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613" r:id="rId2"/>
    <p:sldId id="616" r:id="rId3"/>
    <p:sldId id="257" r:id="rId4"/>
    <p:sldId id="269" r:id="rId5"/>
    <p:sldId id="611" r:id="rId6"/>
    <p:sldId id="258" r:id="rId7"/>
    <p:sldId id="614" r:id="rId8"/>
    <p:sldId id="617" r:id="rId9"/>
    <p:sldId id="618" r:id="rId10"/>
    <p:sldId id="619" r:id="rId11"/>
    <p:sldId id="620" r:id="rId12"/>
    <p:sldId id="261" r:id="rId13"/>
    <p:sldId id="262" r:id="rId14"/>
    <p:sldId id="263" r:id="rId15"/>
    <p:sldId id="259" r:id="rId16"/>
    <p:sldId id="624" r:id="rId17"/>
  </p:sldIdLst>
  <p:sldSz cx="12192000" cy="6858000"/>
  <p:notesSz cx="6858000" cy="9144000"/>
  <p:embeddedFontLst>
    <p:embeddedFont>
      <p:font typeface="Agency FB" panose="020B0503020202020204" pitchFamily="34" charset="0"/>
      <p:regular r:id="rId19"/>
      <p:bold r:id="rId20"/>
    </p:embeddedFont>
    <p:embeddedFont>
      <p:font typeface="Fira Sans" panose="020B0503050000020004" pitchFamily="34" charset="0"/>
      <p:regular r:id="rId21"/>
    </p:embeddedFont>
    <p:embeddedFont>
      <p:font typeface="Marcellus" panose="020E0602050203020307" pitchFamily="34" charset="0"/>
      <p:regular r:id="rId22"/>
    </p:embeddedFont>
    <p:embeddedFont>
      <p:font typeface="Play" panose="020B0604020202020204" charset="0"/>
      <p:regular r:id="rId23"/>
      <p:bold r:id="rId24"/>
    </p:embeddedFont>
    <p:embeddedFont>
      <p:font typeface="Roboto" panose="02000000000000000000" pitchFamily="2" charset="0"/>
      <p:regular r:id="rId25"/>
    </p:embeddedFont>
    <p:embeddedFont>
      <p:font typeface="Teko" panose="020B0604020202020204" charset="0"/>
      <p:regular r:id="rId26"/>
      <p:bold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gBArccSFp9rXD+IwGu45sAzIKD3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8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2" d="100"/>
          <a:sy n="92" d="100"/>
        </p:scale>
        <p:origin x="156" y="40"/>
      </p:cViewPr>
      <p:guideLst>
        <p:guide orient="horz" pos="2160"/>
        <p:guide pos="3840"/>
      </p:guideLst>
    </p:cSldViewPr>
  </p:slideViewPr>
  <p:notesTextViewPr>
    <p:cViewPr>
      <p:scale>
        <a:sx n="1" d="1"/>
        <a:sy n="1" d="1"/>
      </p:scale>
      <p:origin x="0" y="-46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a:extLst>
            <a:ext uri="{FF2B5EF4-FFF2-40B4-BE49-F238E27FC236}">
              <a16:creationId xmlns:a16="http://schemas.microsoft.com/office/drawing/2014/main" id="{937B5E62-C87D-3C3B-355E-88F111127A97}"/>
            </a:ext>
          </a:extLst>
        </p:cNvPr>
        <p:cNvGrpSpPr/>
        <p:nvPr/>
      </p:nvGrpSpPr>
      <p:grpSpPr>
        <a:xfrm>
          <a:off x="0" y="0"/>
          <a:ext cx="0" cy="0"/>
          <a:chOff x="0" y="0"/>
          <a:chExt cx="0" cy="0"/>
        </a:xfrm>
      </p:grpSpPr>
      <p:sp>
        <p:nvSpPr>
          <p:cNvPr id="124" name="Google Shape;124;p32:notes">
            <a:extLst>
              <a:ext uri="{FF2B5EF4-FFF2-40B4-BE49-F238E27FC236}">
                <a16:creationId xmlns:a16="http://schemas.microsoft.com/office/drawing/2014/main" id="{28DD3D1C-09FC-911F-9406-92EE0FF77D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32:notes">
            <a:extLst>
              <a:ext uri="{FF2B5EF4-FFF2-40B4-BE49-F238E27FC236}">
                <a16:creationId xmlns:a16="http://schemas.microsoft.com/office/drawing/2014/main" id="{949E5C26-CA6A-3206-1773-BB3B57A9DE8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a:p>
            <a:pPr marL="0" marR="0" lvl="0" indent="0" algn="l" rtl="0">
              <a:lnSpc>
                <a:spcPct val="100000"/>
              </a:lnSpc>
              <a:spcBef>
                <a:spcPts val="0"/>
              </a:spcBef>
              <a:spcAft>
                <a:spcPts val="0"/>
              </a:spcAft>
              <a:buClr>
                <a:srgbClr val="000000"/>
              </a:buClr>
              <a:buSzPts val="1400"/>
              <a:buFont typeface="Arial"/>
              <a:buNone/>
            </a:pPr>
            <a:r>
              <a:rPr lang="en-IN" b="1"/>
              <a:t>Slide2: </a:t>
            </a:r>
            <a:r>
              <a:rPr lang="en-IN"/>
              <a:t>https://www.youtube.com/watch?v=JL_grPUnXzY</a:t>
            </a:r>
            <a:endParaRPr/>
          </a:p>
          <a:p>
            <a:pPr marL="0" lvl="0" indent="0" algn="l" rtl="0">
              <a:lnSpc>
                <a:spcPct val="100000"/>
              </a:lnSpc>
              <a:spcBef>
                <a:spcPts val="0"/>
              </a:spcBef>
              <a:spcAft>
                <a:spcPts val="0"/>
              </a:spcAft>
              <a:buSzPts val="1400"/>
              <a:buNone/>
            </a:pPr>
            <a:endParaRPr/>
          </a:p>
        </p:txBody>
      </p:sp>
      <p:sp>
        <p:nvSpPr>
          <p:cNvPr id="126" name="Google Shape;126;p32:notes">
            <a:extLst>
              <a:ext uri="{FF2B5EF4-FFF2-40B4-BE49-F238E27FC236}">
                <a16:creationId xmlns:a16="http://schemas.microsoft.com/office/drawing/2014/main" id="{933F7056-FD32-4FB3-5965-8B0851B91250}"/>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1</a:t>
            </a:fld>
            <a:endParaRPr/>
          </a:p>
        </p:txBody>
      </p:sp>
    </p:spTree>
    <p:extLst>
      <p:ext uri="{BB962C8B-B14F-4D97-AF65-F5344CB8AC3E}">
        <p14:creationId xmlns:p14="http://schemas.microsoft.com/office/powerpoint/2010/main" val="705100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0A67BC2F-A320-DBF6-2054-E6C8B2002114}"/>
            </a:ext>
          </a:extLst>
        </p:cNvPr>
        <p:cNvGrpSpPr/>
        <p:nvPr/>
      </p:nvGrpSpPr>
      <p:grpSpPr>
        <a:xfrm>
          <a:off x="0" y="0"/>
          <a:ext cx="0" cy="0"/>
          <a:chOff x="0" y="0"/>
          <a:chExt cx="0" cy="0"/>
        </a:xfrm>
      </p:grpSpPr>
      <p:sp>
        <p:nvSpPr>
          <p:cNvPr id="81" name="Google Shape;81;p31:notes">
            <a:extLst>
              <a:ext uri="{FF2B5EF4-FFF2-40B4-BE49-F238E27FC236}">
                <a16:creationId xmlns:a16="http://schemas.microsoft.com/office/drawing/2014/main" id="{0A4F7132-A6D9-853F-EC72-0E1C73AA9B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 name="Google Shape;82;p31:notes">
            <a:extLst>
              <a:ext uri="{FF2B5EF4-FFF2-40B4-BE49-F238E27FC236}">
                <a16:creationId xmlns:a16="http://schemas.microsoft.com/office/drawing/2014/main" id="{4C80BB8D-926A-CA0B-B962-6F699AC1AE9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IN"/>
              <a:t>https://www.thefragrancepeople.com/products/aroma-mist-diffuser-500ml-with-remote?variant=45535317295328&amp;country=IN&amp;currency=INR&amp;utm_medium=product_sync&amp;utm_source=google&amp;utm_content=sag_organic&amp;utm_campaign=sag_organic&amp;gad_source=1&amp;gclid=CjwKCAiA3ZC6BhBaEiwAeqfvyj86468E4JdatlJXOR3n2aOLqTjcOSOI50qX-BU73FCH4dsj305hsxoCGLwQAvD_BwE</a:t>
            </a:r>
            <a:endParaRPr/>
          </a:p>
          <a:p>
            <a:pPr marL="457200" marR="0" lvl="0" indent="-228600" algn="l" rtl="0">
              <a:lnSpc>
                <a:spcPct val="100000"/>
              </a:lnSpc>
              <a:spcBef>
                <a:spcPts val="0"/>
              </a:spcBef>
              <a:spcAft>
                <a:spcPts val="0"/>
              </a:spcAft>
              <a:buSzPts val="1400"/>
              <a:buNone/>
            </a:pPr>
            <a:endParaRPr/>
          </a:p>
          <a:p>
            <a:pPr marL="457200" marR="0" lvl="0" indent="-228600" algn="l" rtl="0">
              <a:lnSpc>
                <a:spcPct val="100000"/>
              </a:lnSpc>
              <a:spcBef>
                <a:spcPts val="0"/>
              </a:spcBef>
              <a:spcAft>
                <a:spcPts val="0"/>
              </a:spcAft>
              <a:buSzPts val="1400"/>
              <a:buNone/>
            </a:pPr>
            <a:endParaRPr/>
          </a:p>
          <a:p>
            <a:pPr marL="457200" marR="0" lvl="0" indent="-228600" algn="l" rtl="0">
              <a:lnSpc>
                <a:spcPct val="100000"/>
              </a:lnSpc>
              <a:spcBef>
                <a:spcPts val="0"/>
              </a:spcBef>
              <a:spcAft>
                <a:spcPts val="0"/>
              </a:spcAft>
              <a:buSzPts val="1400"/>
              <a:buNone/>
            </a:pPr>
            <a:endParaRPr/>
          </a:p>
        </p:txBody>
      </p:sp>
      <p:sp>
        <p:nvSpPr>
          <p:cNvPr id="83" name="Google Shape;83;p31:notes">
            <a:extLst>
              <a:ext uri="{FF2B5EF4-FFF2-40B4-BE49-F238E27FC236}">
                <a16:creationId xmlns:a16="http://schemas.microsoft.com/office/drawing/2014/main" id="{EAB19EF0-60B5-03BF-5130-9CAB654FA2F9}"/>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IN" sz="1200" b="0" i="0" u="none" strike="noStrike" cap="none">
                <a:solidFill>
                  <a:schemeClr val="dk1"/>
                </a:solidFill>
                <a:latin typeface="Calibri"/>
                <a:ea typeface="Calibri"/>
                <a:cs typeface="Calibri"/>
                <a:sym typeface="Calibri"/>
              </a:rPr>
              <a:t>2</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83526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 name="Google Shape;82;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IN" dirty="0"/>
              <a:t>It is not only designed to help patients heal, but also to improve wellness and reduce stress for executives working in private cabins and stressful work environments. </a:t>
            </a:r>
          </a:p>
          <a:p>
            <a:pPr marL="457200" marR="0" lvl="0" indent="-228600" algn="l" rtl="0">
              <a:lnSpc>
                <a:spcPct val="100000"/>
              </a:lnSpc>
              <a:spcBef>
                <a:spcPts val="0"/>
              </a:spcBef>
              <a:spcAft>
                <a:spcPts val="0"/>
              </a:spcAft>
              <a:buSzPts val="1400"/>
              <a:buNone/>
            </a:pPr>
            <a:r>
              <a:rPr lang="en-IN" dirty="0"/>
              <a:t>This expands its use from healthcare to corporate wellness</a:t>
            </a:r>
            <a:endParaRPr dirty="0"/>
          </a:p>
        </p:txBody>
      </p:sp>
      <p:sp>
        <p:nvSpPr>
          <p:cNvPr id="83" name="Google Shape;83;p3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IN" sz="1200" b="0" i="0" u="none" strike="noStrike" cap="none">
                <a:solidFill>
                  <a:schemeClr val="dk1"/>
                </a:solidFill>
                <a:latin typeface="Calibri"/>
                <a:ea typeface="Calibri"/>
                <a:cs typeface="Calibri"/>
                <a:sym typeface="Calibri"/>
              </a:rPr>
              <a:t>3</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Basically, the objective of this paper is to apply today’s modern Predictive Machine Learning  Algorithms to the Ancient Study mentioned in the Charak Sanhita which is referred by the </a:t>
            </a:r>
            <a:r>
              <a:rPr lang="en-IN" dirty="0" err="1"/>
              <a:t>Ayurvdic</a:t>
            </a:r>
            <a:r>
              <a:rPr lang="en-IN" dirty="0"/>
              <a:t> Physicians to Prescribe Ayurveda Medicine.</a:t>
            </a:r>
          </a:p>
          <a:p>
            <a:r>
              <a:rPr lang="en-IN" dirty="0"/>
              <a:t>What Charak Sanhita says is?</a:t>
            </a:r>
          </a:p>
          <a:p>
            <a:r>
              <a:rPr lang="en-IN" dirty="0"/>
              <a:t>At time of conception of a baby inside the womb of a mother.. The Prakriti is decided based on the Prakriti of mother &amp; father.</a:t>
            </a:r>
          </a:p>
          <a:p>
            <a:r>
              <a:rPr lang="en-IN" dirty="0"/>
              <a:t>This Prakriti is of three types Kaphaj, Vataj &amp; Pittaj and </a:t>
            </a:r>
          </a:p>
          <a:p>
            <a:r>
              <a:rPr lang="en-IN" dirty="0"/>
              <a:t>Kaphaj,  is made up of Water &amp; Earth</a:t>
            </a:r>
          </a:p>
          <a:p>
            <a:r>
              <a:rPr lang="en-IN" dirty="0"/>
              <a:t>Vataj, ,  is made up of little Water &amp; Fire</a:t>
            </a:r>
          </a:p>
          <a:p>
            <a:r>
              <a:rPr lang="en-IN" dirty="0"/>
              <a:t>Pittaj ,  is made up of Air &amp; Ether</a:t>
            </a:r>
          </a:p>
          <a:p>
            <a:endParaRPr lang="en-IN" dirty="0"/>
          </a:p>
          <a:p>
            <a:endParaRPr lang="en-IN" dirty="0"/>
          </a:p>
        </p:txBody>
      </p:sp>
      <p:sp>
        <p:nvSpPr>
          <p:cNvPr id="4" name="Slide Number Placeholder 3"/>
          <p:cNvSpPr>
            <a:spLocks noGrp="1"/>
          </p:cNvSpPr>
          <p:nvPr>
            <p:ph type="sldNum" sz="quarter" idx="5"/>
          </p:nvPr>
        </p:nvSpPr>
        <p:spPr/>
        <p:txBody>
          <a:bodyPr/>
          <a:lstStyle/>
          <a:p>
            <a:fld id="{6F525FE1-0DEF-4219-94EE-4704F0493361}" type="slidenum">
              <a:rPr lang="en-IN" smtClean="0"/>
              <a:t>4</a:t>
            </a:fld>
            <a:endParaRPr lang="en-IN"/>
          </a:p>
        </p:txBody>
      </p:sp>
    </p:spTree>
    <p:extLst>
      <p:ext uri="{BB962C8B-B14F-4D97-AF65-F5344CB8AC3E}">
        <p14:creationId xmlns:p14="http://schemas.microsoft.com/office/powerpoint/2010/main" val="37514329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u="none" strike="noStrike" dirty="0">
                <a:solidFill>
                  <a:srgbClr val="000000"/>
                </a:solidFill>
                <a:effectLst/>
                <a:latin typeface="Roboto" panose="02000000000000000000" pitchFamily="2" charset="0"/>
              </a:rPr>
              <a:t>Display Technology: </a:t>
            </a:r>
            <a:r>
              <a:rPr lang="en-GB" sz="1200" b="0" i="0" u="none" strike="noStrike" dirty="0">
                <a:solidFill>
                  <a:srgbClr val="000000"/>
                </a:solidFill>
                <a:effectLst/>
                <a:latin typeface="Roboto" panose="02000000000000000000" pitchFamily="2" charset="0"/>
              </a:rPr>
              <a:t>An advanced display could simulate natural environments (forests, beaches, mountains) that change based on the user's dosha and current needs.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i="0" u="none" strike="noStrike" dirty="0">
                <a:solidFill>
                  <a:srgbClr val="000000"/>
                </a:solidFill>
                <a:effectLst/>
                <a:latin typeface="Roboto" panose="02000000000000000000" pitchFamily="2" charset="0"/>
              </a:rPr>
              <a:t>Aromatherapy: </a:t>
            </a:r>
            <a:r>
              <a:rPr lang="en-GB" sz="1200" b="0" i="0" u="none" strike="noStrike" dirty="0">
                <a:solidFill>
                  <a:srgbClr val="000000"/>
                </a:solidFill>
                <a:effectLst/>
                <a:latin typeface="Roboto" panose="02000000000000000000" pitchFamily="2" charset="0"/>
              </a:rPr>
              <a:t>An optional feature could release appropriate essential oils during the workout (e.g., calming lavender for </a:t>
            </a:r>
            <a:r>
              <a:rPr lang="en-GB" sz="1200" b="0" i="0" u="none" strike="noStrike" dirty="0" err="1">
                <a:solidFill>
                  <a:srgbClr val="000000"/>
                </a:solidFill>
                <a:effectLst/>
                <a:latin typeface="Roboto" panose="02000000000000000000" pitchFamily="2" charset="0"/>
              </a:rPr>
              <a:t>Vata</a:t>
            </a:r>
            <a:r>
              <a:rPr lang="en-GB" sz="1200" b="0" i="0" u="none" strike="noStrike" dirty="0">
                <a:solidFill>
                  <a:srgbClr val="000000"/>
                </a:solidFill>
                <a:effectLst/>
                <a:latin typeface="Roboto" panose="02000000000000000000" pitchFamily="2" charset="0"/>
              </a:rPr>
              <a:t>, cooling peppermint for Pitta, or invigorating eucalyptus for </a:t>
            </a:r>
            <a:r>
              <a:rPr lang="en-GB" sz="1200" b="0" i="0" u="none" strike="noStrike" dirty="0" err="1">
                <a:solidFill>
                  <a:srgbClr val="000000"/>
                </a:solidFill>
                <a:effectLst/>
                <a:latin typeface="Roboto" panose="02000000000000000000" pitchFamily="2" charset="0"/>
              </a:rPr>
              <a:t>Kapha</a:t>
            </a:r>
            <a:r>
              <a:rPr lang="en-GB" sz="1200" b="0" i="0" u="none" strike="noStrike" dirty="0">
                <a:solidFill>
                  <a:srgbClr val="000000"/>
                </a:solidFill>
                <a:effectLst/>
                <a:latin typeface="Roboto" panose="02000000000000000000" pitchFamily="2"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dirty="0">
                <a:solidFill>
                  <a:srgbClr val="000000"/>
                </a:solidFill>
                <a:effectLst/>
                <a:latin typeface="Roboto" panose="02000000000000000000" pitchFamily="2" charset="0"/>
              </a:rPr>
              <a:t>Aroma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u="none" strike="noStrike" dirty="0">
              <a:solidFill>
                <a:srgbClr val="000000"/>
              </a:solidFill>
              <a:effectLst/>
              <a:latin typeface="Roboto" panose="02000000000000000000" pitchFamily="2" charset="0"/>
            </a:endParaRPr>
          </a:p>
          <a:p>
            <a:endParaRPr lang="en-GB" sz="1200" b="0" i="0" u="none" strike="noStrike" dirty="0">
              <a:solidFill>
                <a:srgbClr val="000000"/>
              </a:solidFill>
              <a:effectLst/>
              <a:latin typeface="Roboto" panose="02000000000000000000" pitchFamily="2" charset="0"/>
            </a:endParaRPr>
          </a:p>
          <a:p>
            <a:endParaRPr lang="en-IN" dirty="0"/>
          </a:p>
        </p:txBody>
      </p:sp>
      <p:sp>
        <p:nvSpPr>
          <p:cNvPr id="4" name="Slide Number Placeholder 3"/>
          <p:cNvSpPr>
            <a:spLocks noGrp="1"/>
          </p:cNvSpPr>
          <p:nvPr>
            <p:ph type="sldNum" sz="quarter" idx="5"/>
          </p:nvPr>
        </p:nvSpPr>
        <p:spPr/>
        <p:txBody>
          <a:bodyPr/>
          <a:lstStyle/>
          <a:p>
            <a:fld id="{DBE77D35-1B86-420F-9EFC-E22F0D7E8D65}" type="slidenum">
              <a:rPr lang="en-IN" smtClean="0"/>
              <a:t>5</a:t>
            </a:fld>
            <a:endParaRPr lang="en-IN"/>
          </a:p>
        </p:txBody>
      </p:sp>
    </p:spTree>
    <p:extLst>
      <p:ext uri="{BB962C8B-B14F-4D97-AF65-F5344CB8AC3E}">
        <p14:creationId xmlns:p14="http://schemas.microsoft.com/office/powerpoint/2010/main" val="3610622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3b23bb0a9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3b23bb0a99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8" name="Google Shape;118;g33b23bb0a99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7</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679912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9A7CE-4936-83D7-F32D-E33618B150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34F30C-027D-8A4C-3D8C-EE5DB0243F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16BB73-EE8B-8F69-5579-2FA48EECA99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66952BA-65A9-4572-DD3E-2E12DEB6796C}"/>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8</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800483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FD74A-5504-C516-03E2-F05B4322AE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3626D6-4E5C-60E5-EC6F-4D7BC4CFE7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F4C0DD-1369-8E10-06D8-A4D5D4C0DDB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9D4D051-C64A-07EC-1439-D35352546238}"/>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9</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601195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7482A-03AD-F9EA-EAF3-E94959281F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2F44D5-33CD-A69D-1AC9-C5AD0C621B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4E19C0-6636-910E-F769-D96EF08E1DC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FE1A807-1B72-EDAC-7A91-B59110AED7B0}"/>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10</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979230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E5359-8932-BBB7-D095-7CAEF010D6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476EBB-090B-CDC7-A6E7-477AE8F454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FBC66B-CB83-53C8-74E9-A18C22B062B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AEBB45B-5E65-53AA-4DE8-E8CE3883A791}"/>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11</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148058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0" algn="just" rtl="0">
              <a:lnSpc>
                <a:spcPct val="107000"/>
              </a:lnSpc>
              <a:spcBef>
                <a:spcPts val="0"/>
              </a:spcBef>
              <a:spcAft>
                <a:spcPts val="0"/>
              </a:spcAft>
              <a:buClr>
                <a:srgbClr val="4472C4"/>
              </a:buClr>
              <a:buSzPts val="1800"/>
              <a:buFont typeface="Calibri"/>
              <a:buNone/>
            </a:pPr>
            <a:r>
              <a:rPr lang="en-IN" sz="1800">
                <a:solidFill>
                  <a:srgbClr val="4472C4"/>
                </a:solidFill>
                <a:latin typeface="Calibri"/>
                <a:ea typeface="Calibri"/>
                <a:cs typeface="Calibri"/>
                <a:sym typeface="Calibri"/>
              </a:rPr>
              <a:t>2. </a:t>
            </a:r>
            <a:r>
              <a:rPr lang="en-IN" sz="1800" dirty="0">
                <a:solidFill>
                  <a:srgbClr val="4472C4"/>
                </a:solidFill>
                <a:latin typeface="Calibri"/>
                <a:ea typeface="Calibri"/>
                <a:cs typeface="Calibri"/>
                <a:sym typeface="Calibri"/>
              </a:rPr>
              <a:t>What are the major objectives of the proposal?</a:t>
            </a:r>
            <a:endParaRPr sz="1800" dirty="0">
              <a:latin typeface="Calibri"/>
              <a:ea typeface="Calibri"/>
              <a:cs typeface="Calibri"/>
              <a:sym typeface="Calibri"/>
            </a:endParaRPr>
          </a:p>
          <a:p>
            <a:pPr marL="457200" lvl="0" indent="0" algn="just" rtl="0">
              <a:lnSpc>
                <a:spcPct val="107000"/>
              </a:lnSpc>
              <a:spcBef>
                <a:spcPts val="800"/>
              </a:spcBef>
              <a:spcAft>
                <a:spcPts val="0"/>
              </a:spcAft>
              <a:buClr>
                <a:srgbClr val="4472C4"/>
              </a:buClr>
              <a:buSzPts val="1800"/>
              <a:buFont typeface="Calibri"/>
              <a:buNone/>
            </a:pPr>
            <a:r>
              <a:rPr lang="en-IN" sz="1800" dirty="0">
                <a:solidFill>
                  <a:srgbClr val="4472C4"/>
                </a:solidFill>
                <a:latin typeface="Calibri"/>
                <a:ea typeface="Calibri"/>
                <a:cs typeface="Calibri"/>
                <a:sym typeface="Calibri"/>
              </a:rPr>
              <a:t>Answer:</a:t>
            </a:r>
            <a:endParaRPr sz="1800" dirty="0">
              <a:latin typeface="Calibri"/>
              <a:ea typeface="Calibri"/>
              <a:cs typeface="Calibri"/>
              <a:sym typeface="Calibri"/>
            </a:endParaRPr>
          </a:p>
          <a:p>
            <a:pPr marL="457200" lvl="0" indent="0" algn="just" rtl="0">
              <a:lnSpc>
                <a:spcPct val="107000"/>
              </a:lnSpc>
              <a:spcBef>
                <a:spcPts val="800"/>
              </a:spcBef>
              <a:spcAft>
                <a:spcPts val="0"/>
              </a:spcAft>
              <a:buClr>
                <a:srgbClr val="4472C4"/>
              </a:buClr>
              <a:buSzPts val="1800"/>
              <a:buFont typeface="Calibri"/>
              <a:buNone/>
            </a:pPr>
            <a:r>
              <a:rPr lang="en-IN" sz="1800" dirty="0">
                <a:solidFill>
                  <a:srgbClr val="4472C4"/>
                </a:solidFill>
                <a:latin typeface="Calibri"/>
                <a:ea typeface="Calibri"/>
                <a:cs typeface="Calibri"/>
                <a:sym typeface="Calibri"/>
              </a:rPr>
              <a:t>The objectives include:</a:t>
            </a:r>
            <a:endParaRPr sz="1800" dirty="0">
              <a:latin typeface="Calibri"/>
              <a:ea typeface="Calibri"/>
              <a:cs typeface="Calibri"/>
              <a:sym typeface="Calibri"/>
            </a:endParaRPr>
          </a:p>
          <a:p>
            <a:pPr marL="457200" lvl="0" indent="0" algn="just" rtl="0">
              <a:lnSpc>
                <a:spcPct val="107000"/>
              </a:lnSpc>
              <a:spcBef>
                <a:spcPts val="800"/>
              </a:spcBef>
              <a:spcAft>
                <a:spcPts val="0"/>
              </a:spcAft>
              <a:buClr>
                <a:srgbClr val="4472C4"/>
              </a:buClr>
              <a:buSzPts val="1800"/>
              <a:buFont typeface="Calibri"/>
              <a:buNone/>
            </a:pPr>
            <a:r>
              <a:rPr lang="en-IN" sz="1800" dirty="0">
                <a:solidFill>
                  <a:srgbClr val="4472C4"/>
                </a:solidFill>
                <a:latin typeface="Calibri"/>
                <a:ea typeface="Calibri"/>
                <a:cs typeface="Calibri"/>
                <a:sym typeface="Calibri"/>
              </a:rPr>
              <a:t>Developing real-time Prakriti assessment using biofeedback and wearable sensors.</a:t>
            </a:r>
            <a:endParaRPr sz="1800" dirty="0">
              <a:latin typeface="Calibri"/>
              <a:ea typeface="Calibri"/>
              <a:cs typeface="Calibri"/>
              <a:sym typeface="Calibri"/>
            </a:endParaRPr>
          </a:p>
          <a:p>
            <a:pPr marL="457200" lvl="0" indent="0" algn="just" rtl="0">
              <a:lnSpc>
                <a:spcPct val="107000"/>
              </a:lnSpc>
              <a:spcBef>
                <a:spcPts val="800"/>
              </a:spcBef>
              <a:spcAft>
                <a:spcPts val="0"/>
              </a:spcAft>
              <a:buClr>
                <a:srgbClr val="4472C4"/>
              </a:buClr>
              <a:buSzPts val="1800"/>
              <a:buFont typeface="Calibri"/>
              <a:buNone/>
            </a:pPr>
            <a:r>
              <a:rPr lang="en-IN" sz="1800" dirty="0">
                <a:solidFill>
                  <a:srgbClr val="4472C4"/>
                </a:solidFill>
                <a:latin typeface="Calibri"/>
                <a:ea typeface="Calibri"/>
                <a:cs typeface="Calibri"/>
                <a:sym typeface="Calibri"/>
              </a:rPr>
              <a:t>Evaluating the efficacy of dosha-specific aromatherapy.</a:t>
            </a:r>
            <a:endParaRPr sz="1800" dirty="0">
              <a:latin typeface="Calibri"/>
              <a:ea typeface="Calibri"/>
              <a:cs typeface="Calibri"/>
              <a:sym typeface="Calibri"/>
            </a:endParaRPr>
          </a:p>
          <a:p>
            <a:pPr marL="457200" lvl="0" indent="0" algn="just" rtl="0">
              <a:lnSpc>
                <a:spcPct val="107000"/>
              </a:lnSpc>
              <a:spcBef>
                <a:spcPts val="800"/>
              </a:spcBef>
              <a:spcAft>
                <a:spcPts val="0"/>
              </a:spcAft>
              <a:buClr>
                <a:srgbClr val="4472C4"/>
              </a:buClr>
              <a:buSzPts val="1800"/>
              <a:buFont typeface="Calibri"/>
              <a:buNone/>
            </a:pPr>
            <a:r>
              <a:rPr lang="en-IN" sz="1800" dirty="0">
                <a:solidFill>
                  <a:srgbClr val="4472C4"/>
                </a:solidFill>
                <a:latin typeface="Calibri"/>
                <a:ea typeface="Calibri"/>
                <a:cs typeface="Calibri"/>
                <a:sym typeface="Calibri"/>
              </a:rPr>
              <a:t>Designing a personalized environment with music, aroma, and visuals.</a:t>
            </a:r>
            <a:endParaRPr sz="1800" dirty="0">
              <a:latin typeface="Calibri"/>
              <a:ea typeface="Calibri"/>
              <a:cs typeface="Calibri"/>
              <a:sym typeface="Calibri"/>
            </a:endParaRPr>
          </a:p>
          <a:p>
            <a:pPr marL="457200" lvl="0" indent="0" algn="just" rtl="0">
              <a:lnSpc>
                <a:spcPct val="107000"/>
              </a:lnSpc>
              <a:spcBef>
                <a:spcPts val="800"/>
              </a:spcBef>
              <a:spcAft>
                <a:spcPts val="0"/>
              </a:spcAft>
              <a:buClr>
                <a:srgbClr val="4472C4"/>
              </a:buClr>
              <a:buSzPts val="1800"/>
              <a:buFont typeface="Calibri"/>
              <a:buNone/>
            </a:pPr>
            <a:r>
              <a:rPr lang="en-IN" sz="1800" dirty="0">
                <a:solidFill>
                  <a:srgbClr val="4472C4"/>
                </a:solidFill>
                <a:latin typeface="Calibri"/>
                <a:ea typeface="Calibri"/>
                <a:cs typeface="Calibri"/>
                <a:sym typeface="Calibri"/>
              </a:rPr>
              <a:t>Dynamically adapting the environment based on real-time patient data (e.g., heart rate variability).</a:t>
            </a:r>
            <a:endParaRPr sz="1800" dirty="0">
              <a:latin typeface="Calibri"/>
              <a:ea typeface="Calibri"/>
              <a:cs typeface="Calibri"/>
              <a:sym typeface="Calibri"/>
            </a:endParaRPr>
          </a:p>
          <a:p>
            <a:pPr marL="457200" lvl="0" indent="0" algn="just" rtl="0">
              <a:lnSpc>
                <a:spcPct val="107000"/>
              </a:lnSpc>
              <a:spcBef>
                <a:spcPts val="800"/>
              </a:spcBef>
              <a:spcAft>
                <a:spcPts val="0"/>
              </a:spcAft>
              <a:buNone/>
            </a:pPr>
            <a:r>
              <a:rPr lang="en-IN" sz="1800" dirty="0">
                <a:solidFill>
                  <a:srgbClr val="4472C4"/>
                </a:solidFill>
                <a:latin typeface="Calibri"/>
                <a:ea typeface="Calibri"/>
                <a:cs typeface="Calibri"/>
                <a:sym typeface="Calibri"/>
              </a:rPr>
              <a:t>Assessing impact on emotional regulation, recovery, and satisfaction</a:t>
            </a:r>
            <a:endParaRPr sz="1800" dirty="0">
              <a:latin typeface="Calibri"/>
              <a:ea typeface="Calibri"/>
              <a:cs typeface="Calibri"/>
              <a:sym typeface="Calibri"/>
            </a:endParaRPr>
          </a:p>
          <a:p>
            <a:pPr marL="0" lvl="0" indent="0" algn="l" rtl="0">
              <a:spcBef>
                <a:spcPts val="800"/>
              </a:spcBef>
              <a:spcAft>
                <a:spcPts val="0"/>
              </a:spcAft>
              <a:buNone/>
            </a:pPr>
            <a:endParaRPr dirty="0"/>
          </a:p>
        </p:txBody>
      </p:sp>
      <p:sp>
        <p:nvSpPr>
          <p:cNvPr id="164" name="Google Shape;16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0" algn="just" rtl="0">
              <a:lnSpc>
                <a:spcPct val="107000"/>
              </a:lnSpc>
              <a:spcBef>
                <a:spcPts val="0"/>
              </a:spcBef>
              <a:spcAft>
                <a:spcPts val="0"/>
              </a:spcAft>
              <a:buClr>
                <a:srgbClr val="4472C4"/>
              </a:buClr>
              <a:buSzPts val="1800"/>
              <a:buFont typeface="Calibri"/>
              <a:buNone/>
            </a:pPr>
            <a:r>
              <a:rPr lang="en-IN" sz="1800">
                <a:solidFill>
                  <a:srgbClr val="4472C4"/>
                </a:solidFill>
                <a:latin typeface="Calibri"/>
                <a:ea typeface="Calibri"/>
                <a:cs typeface="Calibri"/>
                <a:sym typeface="Calibri"/>
              </a:rPr>
              <a:t>2. What are the major objectives of the proposal?</a:t>
            </a:r>
            <a:endParaRPr sz="1800">
              <a:latin typeface="Calibri"/>
              <a:ea typeface="Calibri"/>
              <a:cs typeface="Calibri"/>
              <a:sym typeface="Calibri"/>
            </a:endParaRPr>
          </a:p>
          <a:p>
            <a:pPr marL="457200" lvl="0" indent="0" algn="just" rtl="0">
              <a:lnSpc>
                <a:spcPct val="107000"/>
              </a:lnSpc>
              <a:spcBef>
                <a:spcPts val="800"/>
              </a:spcBef>
              <a:spcAft>
                <a:spcPts val="0"/>
              </a:spcAft>
              <a:buClr>
                <a:srgbClr val="4472C4"/>
              </a:buClr>
              <a:buSzPts val="1800"/>
              <a:buFont typeface="Calibri"/>
              <a:buNone/>
            </a:pPr>
            <a:r>
              <a:rPr lang="en-IN" sz="1800">
                <a:solidFill>
                  <a:srgbClr val="4472C4"/>
                </a:solidFill>
                <a:latin typeface="Calibri"/>
                <a:ea typeface="Calibri"/>
                <a:cs typeface="Calibri"/>
                <a:sym typeface="Calibri"/>
              </a:rPr>
              <a:t>Answer:</a:t>
            </a:r>
            <a:endParaRPr sz="1800">
              <a:latin typeface="Calibri"/>
              <a:ea typeface="Calibri"/>
              <a:cs typeface="Calibri"/>
              <a:sym typeface="Calibri"/>
            </a:endParaRPr>
          </a:p>
          <a:p>
            <a:pPr marL="457200" lvl="0" indent="0" algn="just" rtl="0">
              <a:lnSpc>
                <a:spcPct val="107000"/>
              </a:lnSpc>
              <a:spcBef>
                <a:spcPts val="800"/>
              </a:spcBef>
              <a:spcAft>
                <a:spcPts val="0"/>
              </a:spcAft>
              <a:buClr>
                <a:srgbClr val="4472C4"/>
              </a:buClr>
              <a:buSzPts val="1800"/>
              <a:buFont typeface="Calibri"/>
              <a:buNone/>
            </a:pPr>
            <a:r>
              <a:rPr lang="en-IN" sz="1800">
                <a:solidFill>
                  <a:srgbClr val="4472C4"/>
                </a:solidFill>
                <a:latin typeface="Calibri"/>
                <a:ea typeface="Calibri"/>
                <a:cs typeface="Calibri"/>
                <a:sym typeface="Calibri"/>
              </a:rPr>
              <a:t>The objectives include:</a:t>
            </a:r>
            <a:endParaRPr sz="1800">
              <a:latin typeface="Calibri"/>
              <a:ea typeface="Calibri"/>
              <a:cs typeface="Calibri"/>
              <a:sym typeface="Calibri"/>
            </a:endParaRPr>
          </a:p>
          <a:p>
            <a:pPr marL="457200" lvl="0" indent="0" algn="just" rtl="0">
              <a:lnSpc>
                <a:spcPct val="107000"/>
              </a:lnSpc>
              <a:spcBef>
                <a:spcPts val="800"/>
              </a:spcBef>
              <a:spcAft>
                <a:spcPts val="0"/>
              </a:spcAft>
              <a:buClr>
                <a:srgbClr val="4472C4"/>
              </a:buClr>
              <a:buSzPts val="1800"/>
              <a:buFont typeface="Calibri"/>
              <a:buNone/>
            </a:pPr>
            <a:r>
              <a:rPr lang="en-IN" sz="1800">
                <a:solidFill>
                  <a:srgbClr val="4472C4"/>
                </a:solidFill>
                <a:latin typeface="Calibri"/>
                <a:ea typeface="Calibri"/>
                <a:cs typeface="Calibri"/>
                <a:sym typeface="Calibri"/>
              </a:rPr>
              <a:t>Developing real-time Prakriti assessment using biofeedback and wearable sensors.</a:t>
            </a:r>
            <a:endParaRPr sz="1800">
              <a:latin typeface="Calibri"/>
              <a:ea typeface="Calibri"/>
              <a:cs typeface="Calibri"/>
              <a:sym typeface="Calibri"/>
            </a:endParaRPr>
          </a:p>
          <a:p>
            <a:pPr marL="457200" lvl="0" indent="0" algn="just" rtl="0">
              <a:lnSpc>
                <a:spcPct val="107000"/>
              </a:lnSpc>
              <a:spcBef>
                <a:spcPts val="800"/>
              </a:spcBef>
              <a:spcAft>
                <a:spcPts val="0"/>
              </a:spcAft>
              <a:buClr>
                <a:srgbClr val="4472C4"/>
              </a:buClr>
              <a:buSzPts val="1800"/>
              <a:buFont typeface="Calibri"/>
              <a:buNone/>
            </a:pPr>
            <a:r>
              <a:rPr lang="en-IN" sz="1800">
                <a:solidFill>
                  <a:srgbClr val="4472C4"/>
                </a:solidFill>
                <a:latin typeface="Calibri"/>
                <a:ea typeface="Calibri"/>
                <a:cs typeface="Calibri"/>
                <a:sym typeface="Calibri"/>
              </a:rPr>
              <a:t>Evaluating the efficacy of dosha-specific aromatherapy.</a:t>
            </a:r>
            <a:endParaRPr sz="1800">
              <a:latin typeface="Calibri"/>
              <a:ea typeface="Calibri"/>
              <a:cs typeface="Calibri"/>
              <a:sym typeface="Calibri"/>
            </a:endParaRPr>
          </a:p>
          <a:p>
            <a:pPr marL="457200" lvl="0" indent="0" algn="just" rtl="0">
              <a:lnSpc>
                <a:spcPct val="107000"/>
              </a:lnSpc>
              <a:spcBef>
                <a:spcPts val="800"/>
              </a:spcBef>
              <a:spcAft>
                <a:spcPts val="0"/>
              </a:spcAft>
              <a:buClr>
                <a:srgbClr val="4472C4"/>
              </a:buClr>
              <a:buSzPts val="1800"/>
              <a:buFont typeface="Calibri"/>
              <a:buNone/>
            </a:pPr>
            <a:r>
              <a:rPr lang="en-IN" sz="1800">
                <a:solidFill>
                  <a:srgbClr val="4472C4"/>
                </a:solidFill>
                <a:latin typeface="Calibri"/>
                <a:ea typeface="Calibri"/>
                <a:cs typeface="Calibri"/>
                <a:sym typeface="Calibri"/>
              </a:rPr>
              <a:t>Designing a personalized environment with music, aroma, and visuals.</a:t>
            </a:r>
            <a:endParaRPr sz="1800">
              <a:latin typeface="Calibri"/>
              <a:ea typeface="Calibri"/>
              <a:cs typeface="Calibri"/>
              <a:sym typeface="Calibri"/>
            </a:endParaRPr>
          </a:p>
          <a:p>
            <a:pPr marL="457200" lvl="0" indent="0" algn="just" rtl="0">
              <a:lnSpc>
                <a:spcPct val="107000"/>
              </a:lnSpc>
              <a:spcBef>
                <a:spcPts val="800"/>
              </a:spcBef>
              <a:spcAft>
                <a:spcPts val="0"/>
              </a:spcAft>
              <a:buClr>
                <a:srgbClr val="4472C4"/>
              </a:buClr>
              <a:buSzPts val="1800"/>
              <a:buFont typeface="Calibri"/>
              <a:buNone/>
            </a:pPr>
            <a:r>
              <a:rPr lang="en-IN" sz="1800">
                <a:solidFill>
                  <a:srgbClr val="4472C4"/>
                </a:solidFill>
                <a:latin typeface="Calibri"/>
                <a:ea typeface="Calibri"/>
                <a:cs typeface="Calibri"/>
                <a:sym typeface="Calibri"/>
              </a:rPr>
              <a:t>Dynamically adapting the environment based on real-time patient data (e.g., heart rate variability).</a:t>
            </a:r>
            <a:endParaRPr sz="1800">
              <a:latin typeface="Calibri"/>
              <a:ea typeface="Calibri"/>
              <a:cs typeface="Calibri"/>
              <a:sym typeface="Calibri"/>
            </a:endParaRPr>
          </a:p>
          <a:p>
            <a:pPr marL="457200" lvl="0" indent="0" algn="just" rtl="0">
              <a:lnSpc>
                <a:spcPct val="107000"/>
              </a:lnSpc>
              <a:spcBef>
                <a:spcPts val="800"/>
              </a:spcBef>
              <a:spcAft>
                <a:spcPts val="0"/>
              </a:spcAft>
              <a:buNone/>
            </a:pPr>
            <a:r>
              <a:rPr lang="en-IN" sz="1800">
                <a:solidFill>
                  <a:srgbClr val="4472C4"/>
                </a:solidFill>
                <a:latin typeface="Calibri"/>
                <a:ea typeface="Calibri"/>
                <a:cs typeface="Calibri"/>
                <a:sym typeface="Calibri"/>
              </a:rPr>
              <a:t>Assessing impact on emotional regulation, recovery, and satisfaction</a:t>
            </a:r>
            <a:endParaRPr sz="1800">
              <a:latin typeface="Calibri"/>
              <a:ea typeface="Calibri"/>
              <a:cs typeface="Calibri"/>
              <a:sym typeface="Calibri"/>
            </a:endParaRPr>
          </a:p>
          <a:p>
            <a:pPr marL="0" lvl="0" indent="0" algn="l" rtl="0">
              <a:spcBef>
                <a:spcPts val="800"/>
              </a:spcBef>
              <a:spcAft>
                <a:spcPts val="0"/>
              </a:spcAft>
              <a:buNone/>
            </a:pPr>
            <a:endParaRPr/>
          </a:p>
        </p:txBody>
      </p:sp>
      <p:sp>
        <p:nvSpPr>
          <p:cNvPr id="194" name="Google Shape;194;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N"/>
              <a:t>Good Afternoon!</a:t>
            </a:r>
            <a:endParaRPr/>
          </a:p>
          <a:p>
            <a:pPr marL="0" lvl="0" indent="0" algn="l" rtl="0">
              <a:spcBef>
                <a:spcPts val="0"/>
              </a:spcBef>
              <a:spcAft>
                <a:spcPts val="0"/>
              </a:spcAft>
              <a:buNone/>
            </a:pPr>
            <a:endParaRPr/>
          </a:p>
          <a:p>
            <a:pPr marL="0" lvl="0" indent="0" algn="l" rtl="0">
              <a:spcBef>
                <a:spcPts val="0"/>
              </a:spcBef>
              <a:spcAft>
                <a:spcPts val="0"/>
              </a:spcAft>
              <a:buNone/>
            </a:pPr>
            <a:r>
              <a:rPr lang="en-IN"/>
              <a:t>I’m glad to present our interdisciplinary project on AI-enhanced, Ayurveda-based healing environments—where </a:t>
            </a:r>
            <a:r>
              <a:rPr lang="en-IN" b="1"/>
              <a:t>Modern Technology meets Ancient Wisdom </a:t>
            </a:r>
            <a:r>
              <a:rPr lang="en-IN"/>
              <a:t>for modern healthcare.</a:t>
            </a:r>
            <a:endParaRPr/>
          </a:p>
        </p:txBody>
      </p:sp>
      <p:sp>
        <p:nvSpPr>
          <p:cNvPr id="212" name="Google Shape;212;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a:p>
            <a:pPr marL="0" marR="0" lvl="0" indent="0" algn="l" rtl="0">
              <a:lnSpc>
                <a:spcPct val="100000"/>
              </a:lnSpc>
              <a:spcBef>
                <a:spcPts val="0"/>
              </a:spcBef>
              <a:spcAft>
                <a:spcPts val="0"/>
              </a:spcAft>
              <a:buClr>
                <a:srgbClr val="000000"/>
              </a:buClr>
              <a:buSzPts val="1400"/>
              <a:buFont typeface="Arial"/>
              <a:buNone/>
            </a:pPr>
            <a:r>
              <a:rPr lang="en-IN" b="1"/>
              <a:t>Slide2: </a:t>
            </a:r>
            <a:r>
              <a:rPr lang="en-IN"/>
              <a:t>https://www.youtube.com/watch?v=JL_grPUnXzY</a:t>
            </a:r>
            <a:endParaRPr/>
          </a:p>
          <a:p>
            <a:pPr marL="0" lvl="0" indent="0" algn="l" rtl="0">
              <a:lnSpc>
                <a:spcPct val="100000"/>
              </a:lnSpc>
              <a:spcBef>
                <a:spcPts val="0"/>
              </a:spcBef>
              <a:spcAft>
                <a:spcPts val="0"/>
              </a:spcAft>
              <a:buSzPts val="1400"/>
              <a:buNone/>
            </a:pPr>
            <a:endParaRPr/>
          </a:p>
        </p:txBody>
      </p:sp>
      <p:sp>
        <p:nvSpPr>
          <p:cNvPr id="126" name="Google Shape;126;p3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15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ntents (short)">
  <p:cSld name="Contents (short)">
    <p:spTree>
      <p:nvGrpSpPr>
        <p:cNvPr id="1" name="Shape 15"/>
        <p:cNvGrpSpPr/>
        <p:nvPr/>
      </p:nvGrpSpPr>
      <p:grpSpPr>
        <a:xfrm>
          <a:off x="0" y="0"/>
          <a:ext cx="0" cy="0"/>
          <a:chOff x="0" y="0"/>
          <a:chExt cx="0" cy="0"/>
        </a:xfrm>
      </p:grpSpPr>
      <p:sp>
        <p:nvSpPr>
          <p:cNvPr id="16" name="Google Shape;16;p33"/>
          <p:cNvSpPr>
            <a:spLocks noGrp="1"/>
          </p:cNvSpPr>
          <p:nvPr>
            <p:ph type="pic" idx="2"/>
          </p:nvPr>
        </p:nvSpPr>
        <p:spPr>
          <a:xfrm>
            <a:off x="6096000" y="0"/>
            <a:ext cx="6096000" cy="6857083"/>
          </a:xfrm>
          <a:prstGeom prst="rect">
            <a:avLst/>
          </a:prstGeom>
          <a:noFill/>
          <a:ln>
            <a:noFill/>
          </a:ln>
        </p:spPr>
        <p:txBody>
          <a:bodyPr/>
          <a:lstStyle/>
          <a:p>
            <a:endParaRPr lang="en-IN"/>
          </a:p>
        </p:txBody>
      </p:sp>
      <p:sp>
        <p:nvSpPr>
          <p:cNvPr id="17" name="Google Shape;17;p33"/>
          <p:cNvSpPr txBox="1">
            <a:spLocks noGrp="1"/>
          </p:cNvSpPr>
          <p:nvPr>
            <p:ph type="body" idx="1"/>
          </p:nvPr>
        </p:nvSpPr>
        <p:spPr>
          <a:xfrm>
            <a:off x="720000" y="1823437"/>
            <a:ext cx="5040000" cy="4318667"/>
          </a:xfrm>
          <a:prstGeom prst="rect">
            <a:avLst/>
          </a:prstGeom>
          <a:noFill/>
          <a:ln>
            <a:noFill/>
          </a:ln>
        </p:spPr>
        <p:txBody>
          <a:bodyPr spcFirstLastPara="1" wrap="square" lIns="121875" tIns="60925" rIns="121875" bIns="60925" anchor="t" anchorCtr="0">
            <a:noAutofit/>
          </a:bodyPr>
          <a:lstStyle>
            <a:lvl1pPr marL="457200" marR="0" lvl="0" indent="-361950" algn="l" rtl="0">
              <a:lnSpc>
                <a:spcPct val="85000"/>
              </a:lnSpc>
              <a:spcBef>
                <a:spcPts val="1800"/>
              </a:spcBef>
              <a:spcAft>
                <a:spcPts val="0"/>
              </a:spcAft>
              <a:buClr>
                <a:srgbClr val="58595B"/>
              </a:buClr>
              <a:buSzPts val="2100"/>
              <a:buFont typeface="Noto Sans Symbols"/>
              <a:buChar char="▪"/>
              <a:defRPr sz="2100" b="1" i="0" u="none" strike="noStrike" cap="none">
                <a:solidFill>
                  <a:srgbClr val="58595B"/>
                </a:solidFill>
                <a:latin typeface="Marcellus"/>
                <a:ea typeface="Marcellus"/>
                <a:cs typeface="Marcellus"/>
                <a:sym typeface="Marcellus"/>
              </a:defRPr>
            </a:lvl1pPr>
            <a:lvl2pPr marL="914400" marR="0" lvl="1" indent="-228600" algn="l" rtl="0">
              <a:lnSpc>
                <a:spcPct val="85000"/>
              </a:lnSpc>
              <a:spcBef>
                <a:spcPts val="1066"/>
              </a:spcBef>
              <a:spcAft>
                <a:spcPts val="0"/>
              </a:spcAft>
              <a:buClr>
                <a:srgbClr val="58595B"/>
              </a:buClr>
              <a:buSzPts val="2100"/>
              <a:buFont typeface="Noto Sans Symbols"/>
              <a:buNone/>
              <a:defRPr sz="2100" b="0" i="0" u="none" strike="noStrike" cap="none">
                <a:solidFill>
                  <a:srgbClr val="58595B"/>
                </a:solidFill>
                <a:latin typeface="Fira Sans"/>
                <a:ea typeface="Fira Sans"/>
                <a:cs typeface="Fira Sans"/>
                <a:sym typeface="Fira Sans"/>
              </a:defRPr>
            </a:lvl2pPr>
            <a:lvl3pPr marL="1371600" marR="0" lvl="2" indent="-361950" algn="l" rtl="0">
              <a:lnSpc>
                <a:spcPct val="85000"/>
              </a:lnSpc>
              <a:spcBef>
                <a:spcPts val="2133"/>
              </a:spcBef>
              <a:spcAft>
                <a:spcPts val="0"/>
              </a:spcAft>
              <a:buClr>
                <a:schemeClr val="accent1"/>
              </a:buClr>
              <a:buSzPts val="2100"/>
              <a:buFont typeface="Arial"/>
              <a:buChar char="–"/>
              <a:defRPr sz="2100" b="0" i="0" u="none" strike="noStrike" cap="none">
                <a:solidFill>
                  <a:srgbClr val="58595B"/>
                </a:solidFill>
                <a:latin typeface="Fira Sans"/>
                <a:ea typeface="Fira Sans"/>
                <a:cs typeface="Fira Sans"/>
                <a:sym typeface="Fira Sans"/>
              </a:defRPr>
            </a:lvl3pPr>
            <a:lvl4pPr marL="1828800" marR="0" lvl="3" indent="-361950" algn="l" rtl="0">
              <a:lnSpc>
                <a:spcPct val="85000"/>
              </a:lnSpc>
              <a:spcBef>
                <a:spcPts val="800"/>
              </a:spcBef>
              <a:spcAft>
                <a:spcPts val="0"/>
              </a:spcAft>
              <a:buClr>
                <a:schemeClr val="accent1"/>
              </a:buClr>
              <a:buSzPts val="2100"/>
              <a:buFont typeface="Arial"/>
              <a:buChar char="–"/>
              <a:defRPr sz="2100" b="0" i="0" u="none" strike="noStrike" cap="none">
                <a:solidFill>
                  <a:srgbClr val="58595B"/>
                </a:solidFill>
                <a:latin typeface="Fira Sans"/>
                <a:ea typeface="Fira Sans"/>
                <a:cs typeface="Fira Sans"/>
                <a:sym typeface="Fira Sans"/>
              </a:defRPr>
            </a:lvl4pPr>
            <a:lvl5pPr marL="2286000" marR="0" lvl="4" indent="-361950" algn="l" rtl="0">
              <a:lnSpc>
                <a:spcPct val="85000"/>
              </a:lnSpc>
              <a:spcBef>
                <a:spcPts val="800"/>
              </a:spcBef>
              <a:spcAft>
                <a:spcPts val="0"/>
              </a:spcAft>
              <a:buClr>
                <a:schemeClr val="dk2"/>
              </a:buClr>
              <a:buSzPts val="2100"/>
              <a:buFont typeface="Arial"/>
              <a:buChar char="–"/>
              <a:defRPr sz="2100" b="0" i="0" u="none" strike="noStrike" cap="none">
                <a:solidFill>
                  <a:srgbClr val="58595B"/>
                </a:solidFill>
                <a:latin typeface="Fira Sans"/>
                <a:ea typeface="Fira Sans"/>
                <a:cs typeface="Fira Sans"/>
                <a:sym typeface="Fira Sans"/>
              </a:defRPr>
            </a:lvl5pPr>
            <a:lvl6pPr marL="2743200" marR="0" lvl="5" indent="-317500" algn="l" rtl="0">
              <a:lnSpc>
                <a:spcPct val="90000"/>
              </a:lnSpc>
              <a:spcBef>
                <a:spcPts val="800"/>
              </a:spcBef>
              <a:spcAft>
                <a:spcPts val="0"/>
              </a:spcAft>
              <a:buClr>
                <a:schemeClr val="dk1"/>
              </a:buClr>
              <a:buSzPts val="1400"/>
              <a:buFont typeface="Noto Sans Symbols"/>
              <a:buChar char="▪"/>
              <a:defRPr sz="1400" b="0" i="0" u="none" strike="noStrike" cap="none">
                <a:solidFill>
                  <a:schemeClr val="dk1"/>
                </a:solidFill>
                <a:latin typeface="Fira Sans"/>
                <a:ea typeface="Fira Sans"/>
                <a:cs typeface="Fira Sans"/>
                <a:sym typeface="Fira Sans"/>
              </a:defRPr>
            </a:lvl6pPr>
            <a:lvl7pPr marL="3200400" marR="0" lvl="6" indent="-317500" algn="l" rtl="0">
              <a:lnSpc>
                <a:spcPct val="90000"/>
              </a:lnSpc>
              <a:spcBef>
                <a:spcPts val="500"/>
              </a:spcBef>
              <a:spcAft>
                <a:spcPts val="0"/>
              </a:spcAft>
              <a:buClr>
                <a:schemeClr val="dk1"/>
              </a:buClr>
              <a:buSzPts val="1400"/>
              <a:buFont typeface="Noto Sans Symbols"/>
              <a:buChar char="▪"/>
              <a:defRPr sz="1400" b="0" i="0" u="none" strike="noStrike" cap="none">
                <a:solidFill>
                  <a:schemeClr val="dk1"/>
                </a:solidFill>
                <a:latin typeface="Fira Sans"/>
                <a:ea typeface="Fira Sans"/>
                <a:cs typeface="Fira Sans"/>
                <a:sym typeface="Fira Sans"/>
              </a:defRPr>
            </a:lvl7pPr>
            <a:lvl8pPr marL="3657600" marR="0" lvl="7" indent="-317500" algn="l" rtl="0">
              <a:lnSpc>
                <a:spcPct val="90000"/>
              </a:lnSpc>
              <a:spcBef>
                <a:spcPts val="500"/>
              </a:spcBef>
              <a:spcAft>
                <a:spcPts val="0"/>
              </a:spcAft>
              <a:buClr>
                <a:schemeClr val="dk1"/>
              </a:buClr>
              <a:buSzPts val="1400"/>
              <a:buFont typeface="Noto Sans Symbols"/>
              <a:buChar char="▪"/>
              <a:defRPr sz="1400" b="0" i="0" u="none" strike="noStrike" cap="none">
                <a:solidFill>
                  <a:schemeClr val="dk1"/>
                </a:solidFill>
                <a:latin typeface="Fira Sans"/>
                <a:ea typeface="Fira Sans"/>
                <a:cs typeface="Fira Sans"/>
                <a:sym typeface="Fira Sans"/>
              </a:defRPr>
            </a:lvl8pPr>
            <a:lvl9pPr marL="4114800" marR="0" lvl="8" indent="-317500" algn="l" rtl="0">
              <a:lnSpc>
                <a:spcPct val="90000"/>
              </a:lnSpc>
              <a:spcBef>
                <a:spcPts val="500"/>
              </a:spcBef>
              <a:spcAft>
                <a:spcPts val="0"/>
              </a:spcAft>
              <a:buClr>
                <a:schemeClr val="dk1"/>
              </a:buClr>
              <a:buSzPts val="1400"/>
              <a:buFont typeface="Noto Sans Symbols"/>
              <a:buChar char="▪"/>
              <a:defRPr sz="1400" b="0" i="0" u="none" strike="noStrike" cap="none">
                <a:solidFill>
                  <a:schemeClr val="dk1"/>
                </a:solidFill>
                <a:latin typeface="Fira Sans"/>
                <a:ea typeface="Fira Sans"/>
                <a:cs typeface="Fira Sans"/>
                <a:sym typeface="Fira Sans"/>
              </a:defRPr>
            </a:lvl9pPr>
          </a:lstStyle>
          <a:p>
            <a:endParaRPr/>
          </a:p>
        </p:txBody>
      </p:sp>
      <p:sp>
        <p:nvSpPr>
          <p:cNvPr id="18" name="Google Shape;18;p33"/>
          <p:cNvSpPr txBox="1">
            <a:spLocks noGrp="1"/>
          </p:cNvSpPr>
          <p:nvPr>
            <p:ph type="title"/>
          </p:nvPr>
        </p:nvSpPr>
        <p:spPr>
          <a:xfrm>
            <a:off x="720000" y="551829"/>
            <a:ext cx="5040000" cy="959704"/>
          </a:xfrm>
          <a:prstGeom prst="rect">
            <a:avLst/>
          </a:prstGeom>
          <a:noFill/>
          <a:ln>
            <a:noFill/>
          </a:ln>
        </p:spPr>
        <p:txBody>
          <a:bodyPr spcFirstLastPara="1" wrap="square" lIns="121875" tIns="60925" rIns="121875" bIns="60925" anchor="t" anchorCtr="0">
            <a:noAutofit/>
          </a:bodyPr>
          <a:lstStyle>
            <a:lvl1pPr marR="0" lvl="0" algn="l" rtl="0">
              <a:lnSpc>
                <a:spcPct val="90000"/>
              </a:lnSpc>
              <a:spcBef>
                <a:spcPts val="0"/>
              </a:spcBef>
              <a:spcAft>
                <a:spcPts val="0"/>
              </a:spcAft>
              <a:buClr>
                <a:srgbClr val="B7202E"/>
              </a:buClr>
              <a:buSzPts val="3200"/>
              <a:buFont typeface="Marcellus"/>
              <a:buNone/>
              <a:defRPr sz="3200" b="1" i="0" u="none" strike="noStrike" cap="none">
                <a:solidFill>
                  <a:srgbClr val="B7202E"/>
                </a:solidFill>
                <a:latin typeface="Marcellus"/>
                <a:ea typeface="Marcellus"/>
                <a:cs typeface="Marcellus"/>
                <a:sym typeface="Marcellu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9" name="Google Shape;19;p33"/>
          <p:cNvSpPr txBox="1">
            <a:spLocks noGrp="1"/>
          </p:cNvSpPr>
          <p:nvPr>
            <p:ph type="body" idx="3"/>
          </p:nvPr>
        </p:nvSpPr>
        <p:spPr>
          <a:xfrm>
            <a:off x="960000" y="6310052"/>
            <a:ext cx="4560000" cy="143889"/>
          </a:xfrm>
          <a:prstGeom prst="rect">
            <a:avLst/>
          </a:prstGeom>
          <a:noFill/>
          <a:ln>
            <a:noFill/>
          </a:ln>
        </p:spPr>
        <p:txBody>
          <a:bodyPr spcFirstLastPara="1" wrap="square" lIns="121875" tIns="60925" rIns="121875" bIns="60925" anchor="t" anchorCtr="0">
            <a:noAutofit/>
          </a:bodyPr>
          <a:lstStyle>
            <a:lvl1pPr marL="457200" marR="0" lvl="0" indent="-298450" algn="l" rtl="0">
              <a:lnSpc>
                <a:spcPct val="100000"/>
              </a:lnSpc>
              <a:spcBef>
                <a:spcPts val="1800"/>
              </a:spcBef>
              <a:spcAft>
                <a:spcPts val="0"/>
              </a:spcAft>
              <a:buClr>
                <a:srgbClr val="58595B"/>
              </a:buClr>
              <a:buSzPts val="1100"/>
              <a:buFont typeface="Noto Sans Symbols"/>
              <a:buChar char="▪"/>
              <a:defRPr sz="1100" b="1" i="0" u="none" strike="noStrike" cap="none">
                <a:solidFill>
                  <a:srgbClr val="58595B"/>
                </a:solidFill>
                <a:latin typeface="Marcellus"/>
                <a:ea typeface="Marcellus"/>
                <a:cs typeface="Marcellus"/>
                <a:sym typeface="Marcellus"/>
              </a:defRPr>
            </a:lvl1pPr>
            <a:lvl2pPr marL="914400" marR="0" lvl="1" indent="-298450" algn="l" rtl="0">
              <a:lnSpc>
                <a:spcPct val="90000"/>
              </a:lnSpc>
              <a:spcBef>
                <a:spcPts val="600"/>
              </a:spcBef>
              <a:spcAft>
                <a:spcPts val="0"/>
              </a:spcAft>
              <a:buClr>
                <a:srgbClr val="58595B"/>
              </a:buClr>
              <a:buSzPts val="1100"/>
              <a:buFont typeface="Noto Sans Symbols"/>
              <a:buChar char="▪"/>
              <a:defRPr sz="1100" b="1" i="0" u="none" strike="noStrike" cap="none">
                <a:solidFill>
                  <a:srgbClr val="58595B"/>
                </a:solidFill>
                <a:latin typeface="Marcellus"/>
                <a:ea typeface="Marcellus"/>
                <a:cs typeface="Marcellus"/>
                <a:sym typeface="Marcellus"/>
              </a:defRPr>
            </a:lvl2pPr>
            <a:lvl3pPr marL="1371600" marR="0" lvl="2" indent="-298450" algn="l" rtl="0">
              <a:lnSpc>
                <a:spcPct val="90000"/>
              </a:lnSpc>
              <a:spcBef>
                <a:spcPts val="600"/>
              </a:spcBef>
              <a:spcAft>
                <a:spcPts val="0"/>
              </a:spcAft>
              <a:buClr>
                <a:srgbClr val="58595B"/>
              </a:buClr>
              <a:buSzPts val="1100"/>
              <a:buFont typeface="Noto Sans Symbols"/>
              <a:buChar char="▪"/>
              <a:defRPr sz="1100" b="1" i="0" u="none" strike="noStrike" cap="none">
                <a:solidFill>
                  <a:srgbClr val="58595B"/>
                </a:solidFill>
                <a:latin typeface="Marcellus"/>
                <a:ea typeface="Marcellus"/>
                <a:cs typeface="Marcellus"/>
                <a:sym typeface="Marcellus"/>
              </a:defRPr>
            </a:lvl3pPr>
            <a:lvl4pPr marL="1828800" marR="0" lvl="3" indent="-298450" algn="l" rtl="0">
              <a:lnSpc>
                <a:spcPct val="90000"/>
              </a:lnSpc>
              <a:spcBef>
                <a:spcPts val="600"/>
              </a:spcBef>
              <a:spcAft>
                <a:spcPts val="0"/>
              </a:spcAft>
              <a:buClr>
                <a:srgbClr val="58595B"/>
              </a:buClr>
              <a:buSzPts val="1100"/>
              <a:buFont typeface="Noto Sans Symbols"/>
              <a:buChar char="▪"/>
              <a:defRPr sz="1100" b="1" i="0" u="none" strike="noStrike" cap="none">
                <a:solidFill>
                  <a:srgbClr val="58595B"/>
                </a:solidFill>
                <a:latin typeface="Marcellus"/>
                <a:ea typeface="Marcellus"/>
                <a:cs typeface="Marcellus"/>
                <a:sym typeface="Marcellus"/>
              </a:defRPr>
            </a:lvl4pPr>
            <a:lvl5pPr marL="2286000" marR="0" lvl="4" indent="-298450" algn="l" rtl="0">
              <a:lnSpc>
                <a:spcPct val="90000"/>
              </a:lnSpc>
              <a:spcBef>
                <a:spcPts val="600"/>
              </a:spcBef>
              <a:spcAft>
                <a:spcPts val="0"/>
              </a:spcAft>
              <a:buClr>
                <a:srgbClr val="58595B"/>
              </a:buClr>
              <a:buSzPts val="1100"/>
              <a:buFont typeface="Noto Sans Symbols"/>
              <a:buChar char="▪"/>
              <a:defRPr sz="1100" b="1" i="0" u="none" strike="noStrike" cap="none">
                <a:solidFill>
                  <a:srgbClr val="58595B"/>
                </a:solidFill>
                <a:latin typeface="Marcellus"/>
                <a:ea typeface="Marcellus"/>
                <a:cs typeface="Marcellus"/>
                <a:sym typeface="Marcellus"/>
              </a:defRPr>
            </a:lvl5pPr>
            <a:lvl6pPr marL="2743200" marR="0" lvl="5" indent="-317500" algn="l" rtl="0">
              <a:lnSpc>
                <a:spcPct val="90000"/>
              </a:lnSpc>
              <a:spcBef>
                <a:spcPts val="500"/>
              </a:spcBef>
              <a:spcAft>
                <a:spcPts val="0"/>
              </a:spcAft>
              <a:buClr>
                <a:schemeClr val="dk1"/>
              </a:buClr>
              <a:buSzPts val="1400"/>
              <a:buFont typeface="Noto Sans Symbols"/>
              <a:buChar char="▪"/>
              <a:defRPr sz="1400" b="0" i="0" u="none" strike="noStrike" cap="none">
                <a:solidFill>
                  <a:schemeClr val="dk1"/>
                </a:solidFill>
                <a:latin typeface="Fira Sans"/>
                <a:ea typeface="Fira Sans"/>
                <a:cs typeface="Fira Sans"/>
                <a:sym typeface="Fira Sans"/>
              </a:defRPr>
            </a:lvl6pPr>
            <a:lvl7pPr marL="3200400" marR="0" lvl="6" indent="-317500" algn="l" rtl="0">
              <a:lnSpc>
                <a:spcPct val="90000"/>
              </a:lnSpc>
              <a:spcBef>
                <a:spcPts val="500"/>
              </a:spcBef>
              <a:spcAft>
                <a:spcPts val="0"/>
              </a:spcAft>
              <a:buClr>
                <a:schemeClr val="dk1"/>
              </a:buClr>
              <a:buSzPts val="1400"/>
              <a:buFont typeface="Noto Sans Symbols"/>
              <a:buChar char="▪"/>
              <a:defRPr sz="1400" b="0" i="0" u="none" strike="noStrike" cap="none">
                <a:solidFill>
                  <a:schemeClr val="dk1"/>
                </a:solidFill>
                <a:latin typeface="Fira Sans"/>
                <a:ea typeface="Fira Sans"/>
                <a:cs typeface="Fira Sans"/>
                <a:sym typeface="Fira Sans"/>
              </a:defRPr>
            </a:lvl7pPr>
            <a:lvl8pPr marL="3657600" marR="0" lvl="7" indent="-317500" algn="l" rtl="0">
              <a:lnSpc>
                <a:spcPct val="90000"/>
              </a:lnSpc>
              <a:spcBef>
                <a:spcPts val="500"/>
              </a:spcBef>
              <a:spcAft>
                <a:spcPts val="0"/>
              </a:spcAft>
              <a:buClr>
                <a:schemeClr val="dk1"/>
              </a:buClr>
              <a:buSzPts val="1400"/>
              <a:buFont typeface="Noto Sans Symbols"/>
              <a:buChar char="▪"/>
              <a:defRPr sz="1400" b="0" i="0" u="none" strike="noStrike" cap="none">
                <a:solidFill>
                  <a:schemeClr val="dk1"/>
                </a:solidFill>
                <a:latin typeface="Fira Sans"/>
                <a:ea typeface="Fira Sans"/>
                <a:cs typeface="Fira Sans"/>
                <a:sym typeface="Fira Sans"/>
              </a:defRPr>
            </a:lvl8pPr>
            <a:lvl9pPr marL="4114800" marR="0" lvl="8" indent="-317500" algn="l" rtl="0">
              <a:lnSpc>
                <a:spcPct val="90000"/>
              </a:lnSpc>
              <a:spcBef>
                <a:spcPts val="500"/>
              </a:spcBef>
              <a:spcAft>
                <a:spcPts val="0"/>
              </a:spcAft>
              <a:buClr>
                <a:schemeClr val="dk1"/>
              </a:buClr>
              <a:buSzPts val="1400"/>
              <a:buFont typeface="Noto Sans Symbols"/>
              <a:buChar char="▪"/>
              <a:defRPr sz="1400" b="0" i="0" u="none" strike="noStrike" cap="none">
                <a:solidFill>
                  <a:schemeClr val="dk1"/>
                </a:solidFill>
                <a:latin typeface="Fira Sans"/>
                <a:ea typeface="Fira Sans"/>
                <a:cs typeface="Fira Sans"/>
                <a:sym typeface="Fira Sans"/>
              </a:defRPr>
            </a:lvl9pPr>
          </a:lstStyle>
          <a:p>
            <a:endParaRPr/>
          </a:p>
        </p:txBody>
      </p:sp>
      <p:sp>
        <p:nvSpPr>
          <p:cNvPr id="20" name="Google Shape;20;p33"/>
          <p:cNvSpPr txBox="1">
            <a:spLocks noGrp="1"/>
          </p:cNvSpPr>
          <p:nvPr>
            <p:ph type="sldNum" idx="12"/>
          </p:nvPr>
        </p:nvSpPr>
        <p:spPr>
          <a:xfrm>
            <a:off x="11300346" y="6535299"/>
            <a:ext cx="799484"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0" i="0" u="none" strike="noStrike" cap="none">
                <a:solidFill>
                  <a:srgbClr val="58595B"/>
                </a:solidFill>
                <a:latin typeface="Fira Sans"/>
                <a:ea typeface="Fira Sans"/>
                <a:cs typeface="Fira Sans"/>
                <a:sym typeface="Fira Sans"/>
              </a:defRPr>
            </a:lvl1pPr>
            <a:lvl2pPr marL="0" marR="0" lvl="1" indent="0" algn="l" rtl="0">
              <a:lnSpc>
                <a:spcPct val="100000"/>
              </a:lnSpc>
              <a:spcBef>
                <a:spcPts val="0"/>
              </a:spcBef>
              <a:spcAft>
                <a:spcPts val="0"/>
              </a:spcAft>
              <a:buClr>
                <a:srgbClr val="000000"/>
              </a:buClr>
              <a:buSzPts val="1600"/>
              <a:buFont typeface="Arial"/>
              <a:buNone/>
              <a:defRPr sz="1600" b="0" i="0" u="none" strike="noStrike" cap="none">
                <a:solidFill>
                  <a:srgbClr val="58595B"/>
                </a:solidFill>
                <a:latin typeface="Fira Sans"/>
                <a:ea typeface="Fira Sans"/>
                <a:cs typeface="Fira Sans"/>
                <a:sym typeface="Fira Sans"/>
              </a:defRPr>
            </a:lvl2pPr>
            <a:lvl3pPr marL="0" marR="0" lvl="2" indent="0" algn="l" rtl="0">
              <a:lnSpc>
                <a:spcPct val="100000"/>
              </a:lnSpc>
              <a:spcBef>
                <a:spcPts val="0"/>
              </a:spcBef>
              <a:spcAft>
                <a:spcPts val="0"/>
              </a:spcAft>
              <a:buClr>
                <a:srgbClr val="000000"/>
              </a:buClr>
              <a:buSzPts val="1600"/>
              <a:buFont typeface="Arial"/>
              <a:buNone/>
              <a:defRPr sz="1600" b="0" i="0" u="none" strike="noStrike" cap="none">
                <a:solidFill>
                  <a:srgbClr val="58595B"/>
                </a:solidFill>
                <a:latin typeface="Fira Sans"/>
                <a:ea typeface="Fira Sans"/>
                <a:cs typeface="Fira Sans"/>
                <a:sym typeface="Fira Sans"/>
              </a:defRPr>
            </a:lvl3pPr>
            <a:lvl4pPr marL="0" marR="0" lvl="3" indent="0" algn="l" rtl="0">
              <a:lnSpc>
                <a:spcPct val="100000"/>
              </a:lnSpc>
              <a:spcBef>
                <a:spcPts val="0"/>
              </a:spcBef>
              <a:spcAft>
                <a:spcPts val="0"/>
              </a:spcAft>
              <a:buClr>
                <a:srgbClr val="000000"/>
              </a:buClr>
              <a:buSzPts val="1600"/>
              <a:buFont typeface="Arial"/>
              <a:buNone/>
              <a:defRPr sz="1600" b="0" i="0" u="none" strike="noStrike" cap="none">
                <a:solidFill>
                  <a:srgbClr val="58595B"/>
                </a:solidFill>
                <a:latin typeface="Fira Sans"/>
                <a:ea typeface="Fira Sans"/>
                <a:cs typeface="Fira Sans"/>
                <a:sym typeface="Fira Sans"/>
              </a:defRPr>
            </a:lvl4pPr>
            <a:lvl5pPr marL="0" marR="0" lvl="4" indent="0" algn="l" rtl="0">
              <a:lnSpc>
                <a:spcPct val="100000"/>
              </a:lnSpc>
              <a:spcBef>
                <a:spcPts val="0"/>
              </a:spcBef>
              <a:spcAft>
                <a:spcPts val="0"/>
              </a:spcAft>
              <a:buClr>
                <a:srgbClr val="000000"/>
              </a:buClr>
              <a:buSzPts val="1600"/>
              <a:buFont typeface="Arial"/>
              <a:buNone/>
              <a:defRPr sz="1600" b="0" i="0" u="none" strike="noStrike" cap="none">
                <a:solidFill>
                  <a:srgbClr val="58595B"/>
                </a:solidFill>
                <a:latin typeface="Fira Sans"/>
                <a:ea typeface="Fira Sans"/>
                <a:cs typeface="Fira Sans"/>
                <a:sym typeface="Fira Sans"/>
              </a:defRPr>
            </a:lvl5pPr>
            <a:lvl6pPr marL="0" marR="0" lvl="5" indent="0" algn="l" rtl="0">
              <a:lnSpc>
                <a:spcPct val="100000"/>
              </a:lnSpc>
              <a:spcBef>
                <a:spcPts val="0"/>
              </a:spcBef>
              <a:spcAft>
                <a:spcPts val="0"/>
              </a:spcAft>
              <a:buClr>
                <a:srgbClr val="000000"/>
              </a:buClr>
              <a:buSzPts val="1600"/>
              <a:buFont typeface="Arial"/>
              <a:buNone/>
              <a:defRPr sz="1600" b="0" i="0" u="none" strike="noStrike" cap="none">
                <a:solidFill>
                  <a:srgbClr val="58595B"/>
                </a:solidFill>
                <a:latin typeface="Fira Sans"/>
                <a:ea typeface="Fira Sans"/>
                <a:cs typeface="Fira Sans"/>
                <a:sym typeface="Fira Sans"/>
              </a:defRPr>
            </a:lvl6pPr>
            <a:lvl7pPr marL="0" marR="0" lvl="6" indent="0" algn="l" rtl="0">
              <a:lnSpc>
                <a:spcPct val="100000"/>
              </a:lnSpc>
              <a:spcBef>
                <a:spcPts val="0"/>
              </a:spcBef>
              <a:spcAft>
                <a:spcPts val="0"/>
              </a:spcAft>
              <a:buClr>
                <a:srgbClr val="000000"/>
              </a:buClr>
              <a:buSzPts val="1600"/>
              <a:buFont typeface="Arial"/>
              <a:buNone/>
              <a:defRPr sz="1600" b="0" i="0" u="none" strike="noStrike" cap="none">
                <a:solidFill>
                  <a:srgbClr val="58595B"/>
                </a:solidFill>
                <a:latin typeface="Fira Sans"/>
                <a:ea typeface="Fira Sans"/>
                <a:cs typeface="Fira Sans"/>
                <a:sym typeface="Fira Sans"/>
              </a:defRPr>
            </a:lvl7pPr>
            <a:lvl8pPr marL="0" marR="0" lvl="7" indent="0" algn="l" rtl="0">
              <a:lnSpc>
                <a:spcPct val="100000"/>
              </a:lnSpc>
              <a:spcBef>
                <a:spcPts val="0"/>
              </a:spcBef>
              <a:spcAft>
                <a:spcPts val="0"/>
              </a:spcAft>
              <a:buClr>
                <a:srgbClr val="000000"/>
              </a:buClr>
              <a:buSzPts val="1600"/>
              <a:buFont typeface="Arial"/>
              <a:buNone/>
              <a:defRPr sz="1600" b="0" i="0" u="none" strike="noStrike" cap="none">
                <a:solidFill>
                  <a:srgbClr val="58595B"/>
                </a:solidFill>
                <a:latin typeface="Fira Sans"/>
                <a:ea typeface="Fira Sans"/>
                <a:cs typeface="Fira Sans"/>
                <a:sym typeface="Fira Sans"/>
              </a:defRPr>
            </a:lvl8pPr>
            <a:lvl9pPr marL="0" marR="0" lvl="8" indent="0" algn="l" rtl="0">
              <a:lnSpc>
                <a:spcPct val="100000"/>
              </a:lnSpc>
              <a:spcBef>
                <a:spcPts val="0"/>
              </a:spcBef>
              <a:spcAft>
                <a:spcPts val="0"/>
              </a:spcAft>
              <a:buClr>
                <a:srgbClr val="000000"/>
              </a:buClr>
              <a:buSzPts val="1600"/>
              <a:buFont typeface="Arial"/>
              <a:buNone/>
              <a:defRPr sz="1600" b="0" i="0" u="none" strike="noStrike" cap="none">
                <a:solidFill>
                  <a:srgbClr val="58595B"/>
                </a:solidFill>
                <a:latin typeface="Fira Sans"/>
                <a:ea typeface="Fira Sans"/>
                <a:cs typeface="Fira Sans"/>
                <a:sym typeface="Fira Sans"/>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1"/>
        <p:cNvGrpSpPr/>
        <p:nvPr/>
      </p:nvGrpSpPr>
      <p:grpSpPr>
        <a:xfrm>
          <a:off x="0" y="0"/>
          <a:ext cx="0" cy="0"/>
          <a:chOff x="0" y="0"/>
          <a:chExt cx="0" cy="0"/>
        </a:xfrm>
      </p:grpSpPr>
      <p:sp>
        <p:nvSpPr>
          <p:cNvPr id="22" name="Google Shape;22;p24"/>
          <p:cNvSpPr txBox="1">
            <a:spLocks noGrp="1"/>
          </p:cNvSpPr>
          <p:nvPr>
            <p:ph type="title"/>
          </p:nvPr>
        </p:nvSpPr>
        <p:spPr>
          <a:xfrm>
            <a:off x="419101" y="76200"/>
            <a:ext cx="9182100" cy="1096962"/>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rgbClr val="B7202E"/>
              </a:buClr>
              <a:buSzPts val="3200"/>
              <a:buFont typeface="Marcellus"/>
              <a:buNone/>
              <a:defRPr sz="3200" b="1" i="0" u="none" strike="noStrike" cap="none">
                <a:solidFill>
                  <a:srgbClr val="B7202E"/>
                </a:solidFill>
                <a:latin typeface="Marcellus"/>
                <a:ea typeface="Marcellus"/>
                <a:cs typeface="Marcellus"/>
                <a:sym typeface="Marcellu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3" name="Google Shape;23;p24"/>
          <p:cNvSpPr txBox="1">
            <a:spLocks noGrp="1"/>
          </p:cNvSpPr>
          <p:nvPr>
            <p:ph type="body" idx="1"/>
          </p:nvPr>
        </p:nvSpPr>
        <p:spPr>
          <a:xfrm>
            <a:off x="444500" y="1282700"/>
            <a:ext cx="5124190" cy="858198"/>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0"/>
              </a:spcBef>
              <a:spcAft>
                <a:spcPts val="0"/>
              </a:spcAft>
              <a:buClr>
                <a:srgbClr val="58595B"/>
              </a:buClr>
              <a:buSzPts val="2400"/>
              <a:buFont typeface="Noto Sans Symbols"/>
              <a:buNone/>
              <a:defRPr sz="2400" b="1" i="0" u="none" strike="noStrike" cap="none">
                <a:solidFill>
                  <a:srgbClr val="58595B"/>
                </a:solidFill>
                <a:latin typeface="Fira Sans"/>
                <a:ea typeface="Fira Sans"/>
                <a:cs typeface="Fira Sans"/>
                <a:sym typeface="Fira Sans"/>
              </a:defRPr>
            </a:lvl1pPr>
            <a:lvl2pPr marL="914400" marR="0" lvl="1" indent="-228600" algn="l" rtl="0">
              <a:lnSpc>
                <a:spcPct val="90000"/>
              </a:lnSpc>
              <a:spcBef>
                <a:spcPts val="600"/>
              </a:spcBef>
              <a:spcAft>
                <a:spcPts val="0"/>
              </a:spcAft>
              <a:buClr>
                <a:srgbClr val="58595B"/>
              </a:buClr>
              <a:buSzPts val="2000"/>
              <a:buFont typeface="Noto Sans Symbols"/>
              <a:buNone/>
              <a:defRPr sz="2000" b="1" i="0" u="none" strike="noStrike" cap="none">
                <a:solidFill>
                  <a:srgbClr val="58595B"/>
                </a:solidFill>
                <a:latin typeface="Fira Sans"/>
                <a:ea typeface="Fira Sans"/>
                <a:cs typeface="Fira Sans"/>
                <a:sym typeface="Fira Sans"/>
              </a:defRPr>
            </a:lvl2pPr>
            <a:lvl3pPr marL="1371600" marR="0" lvl="2" indent="-228600" algn="l" rtl="0">
              <a:lnSpc>
                <a:spcPct val="90000"/>
              </a:lnSpc>
              <a:spcBef>
                <a:spcPts val="600"/>
              </a:spcBef>
              <a:spcAft>
                <a:spcPts val="0"/>
              </a:spcAft>
              <a:buClr>
                <a:srgbClr val="58595B"/>
              </a:buClr>
              <a:buSzPts val="1800"/>
              <a:buFont typeface="Noto Sans Symbols"/>
              <a:buNone/>
              <a:defRPr sz="1800" b="1" i="0" u="none" strike="noStrike" cap="none">
                <a:solidFill>
                  <a:srgbClr val="58595B"/>
                </a:solidFill>
                <a:latin typeface="Fira Sans"/>
                <a:ea typeface="Fira Sans"/>
                <a:cs typeface="Fira Sans"/>
                <a:sym typeface="Fira Sans"/>
              </a:defRPr>
            </a:lvl3pPr>
            <a:lvl4pPr marL="1828800" marR="0" lvl="3" indent="-228600" algn="l" rtl="0">
              <a:lnSpc>
                <a:spcPct val="90000"/>
              </a:lnSpc>
              <a:spcBef>
                <a:spcPts val="600"/>
              </a:spcBef>
              <a:spcAft>
                <a:spcPts val="0"/>
              </a:spcAft>
              <a:buClr>
                <a:srgbClr val="58595B"/>
              </a:buClr>
              <a:buSzPts val="1600"/>
              <a:buFont typeface="Noto Sans Symbols"/>
              <a:buNone/>
              <a:defRPr sz="1600" b="1" i="0" u="none" strike="noStrike" cap="none">
                <a:solidFill>
                  <a:srgbClr val="58595B"/>
                </a:solidFill>
                <a:latin typeface="Fira Sans"/>
                <a:ea typeface="Fira Sans"/>
                <a:cs typeface="Fira Sans"/>
                <a:sym typeface="Fira Sans"/>
              </a:defRPr>
            </a:lvl4pPr>
            <a:lvl5pPr marL="2286000" marR="0" lvl="4" indent="-228600" algn="l" rtl="0">
              <a:lnSpc>
                <a:spcPct val="90000"/>
              </a:lnSpc>
              <a:spcBef>
                <a:spcPts val="600"/>
              </a:spcBef>
              <a:spcAft>
                <a:spcPts val="0"/>
              </a:spcAft>
              <a:buClr>
                <a:srgbClr val="58595B"/>
              </a:buClr>
              <a:buSzPts val="1600"/>
              <a:buFont typeface="Noto Sans Symbols"/>
              <a:buNone/>
              <a:defRPr sz="1600" b="1" i="0" u="none" strike="noStrike" cap="none">
                <a:solidFill>
                  <a:srgbClr val="58595B"/>
                </a:solidFill>
                <a:latin typeface="Fira Sans"/>
                <a:ea typeface="Fira Sans"/>
                <a:cs typeface="Fira Sans"/>
                <a:sym typeface="Fira Sans"/>
              </a:defRPr>
            </a:lvl5pPr>
            <a:lvl6pPr marL="2743200" marR="0" lvl="5" indent="-228600" algn="l" rtl="0">
              <a:lnSpc>
                <a:spcPct val="90000"/>
              </a:lnSpc>
              <a:spcBef>
                <a:spcPts val="500"/>
              </a:spcBef>
              <a:spcAft>
                <a:spcPts val="0"/>
              </a:spcAft>
              <a:buClr>
                <a:schemeClr val="dk1"/>
              </a:buClr>
              <a:buSzPts val="1600"/>
              <a:buFont typeface="Noto Sans Symbols"/>
              <a:buNone/>
              <a:defRPr sz="1600" b="1" i="0" u="none" strike="noStrike" cap="none">
                <a:solidFill>
                  <a:schemeClr val="dk1"/>
                </a:solidFill>
                <a:latin typeface="Fira Sans"/>
                <a:ea typeface="Fira Sans"/>
                <a:cs typeface="Fira Sans"/>
                <a:sym typeface="Fira Sans"/>
              </a:defRPr>
            </a:lvl6pPr>
            <a:lvl7pPr marL="3200400" marR="0" lvl="6" indent="-228600" algn="l" rtl="0">
              <a:lnSpc>
                <a:spcPct val="90000"/>
              </a:lnSpc>
              <a:spcBef>
                <a:spcPts val="500"/>
              </a:spcBef>
              <a:spcAft>
                <a:spcPts val="0"/>
              </a:spcAft>
              <a:buClr>
                <a:schemeClr val="dk1"/>
              </a:buClr>
              <a:buSzPts val="1600"/>
              <a:buFont typeface="Noto Sans Symbols"/>
              <a:buNone/>
              <a:defRPr sz="1600" b="1" i="0" u="none" strike="noStrike" cap="none">
                <a:solidFill>
                  <a:schemeClr val="dk1"/>
                </a:solidFill>
                <a:latin typeface="Fira Sans"/>
                <a:ea typeface="Fira Sans"/>
                <a:cs typeface="Fira Sans"/>
                <a:sym typeface="Fira Sans"/>
              </a:defRPr>
            </a:lvl7pPr>
            <a:lvl8pPr marL="3657600" marR="0" lvl="7" indent="-228600" algn="l" rtl="0">
              <a:lnSpc>
                <a:spcPct val="90000"/>
              </a:lnSpc>
              <a:spcBef>
                <a:spcPts val="500"/>
              </a:spcBef>
              <a:spcAft>
                <a:spcPts val="0"/>
              </a:spcAft>
              <a:buClr>
                <a:schemeClr val="dk1"/>
              </a:buClr>
              <a:buSzPts val="1600"/>
              <a:buFont typeface="Noto Sans Symbols"/>
              <a:buNone/>
              <a:defRPr sz="1600" b="1" i="0" u="none" strike="noStrike" cap="none">
                <a:solidFill>
                  <a:schemeClr val="dk1"/>
                </a:solidFill>
                <a:latin typeface="Fira Sans"/>
                <a:ea typeface="Fira Sans"/>
                <a:cs typeface="Fira Sans"/>
                <a:sym typeface="Fira Sans"/>
              </a:defRPr>
            </a:lvl8pPr>
            <a:lvl9pPr marL="4114800" marR="0" lvl="8" indent="-228600" algn="l" rtl="0">
              <a:lnSpc>
                <a:spcPct val="90000"/>
              </a:lnSpc>
              <a:spcBef>
                <a:spcPts val="500"/>
              </a:spcBef>
              <a:spcAft>
                <a:spcPts val="0"/>
              </a:spcAft>
              <a:buClr>
                <a:schemeClr val="dk1"/>
              </a:buClr>
              <a:buSzPts val="1600"/>
              <a:buFont typeface="Noto Sans Symbols"/>
              <a:buNone/>
              <a:defRPr sz="1600" b="1" i="0" u="none" strike="noStrike" cap="none">
                <a:solidFill>
                  <a:schemeClr val="dk1"/>
                </a:solidFill>
                <a:latin typeface="Fira Sans"/>
                <a:ea typeface="Fira Sans"/>
                <a:cs typeface="Fira Sans"/>
                <a:sym typeface="Fira Sans"/>
              </a:defRPr>
            </a:lvl9pPr>
          </a:lstStyle>
          <a:p>
            <a:endParaRPr/>
          </a:p>
        </p:txBody>
      </p:sp>
      <p:sp>
        <p:nvSpPr>
          <p:cNvPr id="24" name="Google Shape;24;p24"/>
          <p:cNvSpPr txBox="1">
            <a:spLocks noGrp="1"/>
          </p:cNvSpPr>
          <p:nvPr>
            <p:ph type="body" idx="2"/>
          </p:nvPr>
        </p:nvSpPr>
        <p:spPr>
          <a:xfrm>
            <a:off x="444500" y="2170112"/>
            <a:ext cx="5124190" cy="3904060"/>
          </a:xfrm>
          <a:prstGeom prst="rect">
            <a:avLst/>
          </a:prstGeom>
          <a:noFill/>
          <a:ln>
            <a:noFill/>
          </a:ln>
        </p:spPr>
        <p:txBody>
          <a:bodyPr spcFirstLastPara="1" wrap="square" lIns="91425" tIns="45700" rIns="91425" bIns="45700" anchor="t" anchorCtr="0">
            <a:noAutofit/>
          </a:bodyPr>
          <a:lstStyle>
            <a:lvl1pPr marL="457200" marR="0" lvl="0" indent="-355600" algn="l" rtl="0">
              <a:lnSpc>
                <a:spcPct val="90000"/>
              </a:lnSpc>
              <a:spcBef>
                <a:spcPts val="1800"/>
              </a:spcBef>
              <a:spcAft>
                <a:spcPts val="0"/>
              </a:spcAft>
              <a:buClr>
                <a:srgbClr val="58595B"/>
              </a:buClr>
              <a:buSzPts val="2000"/>
              <a:buFont typeface="Noto Sans Symbols"/>
              <a:buChar char="▪"/>
              <a:defRPr sz="2000" b="0" i="0" u="none" strike="noStrike" cap="none">
                <a:solidFill>
                  <a:srgbClr val="58595B"/>
                </a:solidFill>
                <a:latin typeface="Fira Sans"/>
                <a:ea typeface="Fira Sans"/>
                <a:cs typeface="Fira Sans"/>
                <a:sym typeface="Fira Sans"/>
              </a:defRPr>
            </a:lvl1pPr>
            <a:lvl2pPr marL="914400" marR="0" lvl="1" indent="-330200" algn="l" rtl="0">
              <a:lnSpc>
                <a:spcPct val="90000"/>
              </a:lnSpc>
              <a:spcBef>
                <a:spcPts val="600"/>
              </a:spcBef>
              <a:spcAft>
                <a:spcPts val="0"/>
              </a:spcAft>
              <a:buClr>
                <a:srgbClr val="58595B"/>
              </a:buClr>
              <a:buSzPts val="1600"/>
              <a:buFont typeface="Noto Sans Symbols"/>
              <a:buChar char="▪"/>
              <a:defRPr sz="1600" b="0" i="0" u="none" strike="noStrike" cap="none">
                <a:solidFill>
                  <a:srgbClr val="58595B"/>
                </a:solidFill>
                <a:latin typeface="Fira Sans"/>
                <a:ea typeface="Fira Sans"/>
                <a:cs typeface="Fira Sans"/>
                <a:sym typeface="Fira Sans"/>
              </a:defRPr>
            </a:lvl2pPr>
            <a:lvl3pPr marL="1371600" marR="0" lvl="2" indent="-317500" algn="l" rtl="0">
              <a:lnSpc>
                <a:spcPct val="90000"/>
              </a:lnSpc>
              <a:spcBef>
                <a:spcPts val="600"/>
              </a:spcBef>
              <a:spcAft>
                <a:spcPts val="0"/>
              </a:spcAft>
              <a:buClr>
                <a:srgbClr val="58595B"/>
              </a:buClr>
              <a:buSzPts val="1400"/>
              <a:buFont typeface="Noto Sans Symbols"/>
              <a:buChar char="▪"/>
              <a:defRPr sz="1400" b="0" i="0" u="none" strike="noStrike" cap="none">
                <a:solidFill>
                  <a:srgbClr val="58595B"/>
                </a:solidFill>
                <a:latin typeface="Fira Sans"/>
                <a:ea typeface="Fira Sans"/>
                <a:cs typeface="Fira Sans"/>
                <a:sym typeface="Fira Sans"/>
              </a:defRPr>
            </a:lvl3pPr>
            <a:lvl4pPr marL="1828800" marR="0" lvl="3" indent="-317500" algn="l" rtl="0">
              <a:lnSpc>
                <a:spcPct val="90000"/>
              </a:lnSpc>
              <a:spcBef>
                <a:spcPts val="600"/>
              </a:spcBef>
              <a:spcAft>
                <a:spcPts val="0"/>
              </a:spcAft>
              <a:buClr>
                <a:srgbClr val="58595B"/>
              </a:buClr>
              <a:buSzPts val="1400"/>
              <a:buFont typeface="Noto Sans Symbols"/>
              <a:buChar char="▪"/>
              <a:defRPr sz="1400" b="0" i="0" u="none" strike="noStrike" cap="none">
                <a:solidFill>
                  <a:srgbClr val="58595B"/>
                </a:solidFill>
                <a:latin typeface="Fira Sans"/>
                <a:ea typeface="Fira Sans"/>
                <a:cs typeface="Fira Sans"/>
                <a:sym typeface="Fira Sans"/>
              </a:defRPr>
            </a:lvl4pPr>
            <a:lvl5pPr marL="2286000" marR="0" lvl="4" indent="-317500" algn="l" rtl="0">
              <a:lnSpc>
                <a:spcPct val="90000"/>
              </a:lnSpc>
              <a:spcBef>
                <a:spcPts val="600"/>
              </a:spcBef>
              <a:spcAft>
                <a:spcPts val="0"/>
              </a:spcAft>
              <a:buClr>
                <a:srgbClr val="58595B"/>
              </a:buClr>
              <a:buSzPts val="1400"/>
              <a:buFont typeface="Noto Sans Symbols"/>
              <a:buChar char="▪"/>
              <a:defRPr sz="1400" b="0" i="0" u="none" strike="noStrike" cap="none">
                <a:solidFill>
                  <a:srgbClr val="58595B"/>
                </a:solidFill>
                <a:latin typeface="Fira Sans"/>
                <a:ea typeface="Fira Sans"/>
                <a:cs typeface="Fira Sans"/>
                <a:sym typeface="Fira Sans"/>
              </a:defRPr>
            </a:lvl5pPr>
            <a:lvl6pPr marL="2743200" marR="0" lvl="5" indent="-317500" algn="l" rtl="0">
              <a:lnSpc>
                <a:spcPct val="90000"/>
              </a:lnSpc>
              <a:spcBef>
                <a:spcPts val="500"/>
              </a:spcBef>
              <a:spcAft>
                <a:spcPts val="0"/>
              </a:spcAft>
              <a:buClr>
                <a:schemeClr val="dk1"/>
              </a:buClr>
              <a:buSzPts val="1400"/>
              <a:buFont typeface="Noto Sans Symbols"/>
              <a:buChar char="▪"/>
              <a:defRPr sz="1400" b="0" i="0" u="none" strike="noStrike" cap="none">
                <a:solidFill>
                  <a:schemeClr val="dk1"/>
                </a:solidFill>
                <a:latin typeface="Fira Sans"/>
                <a:ea typeface="Fira Sans"/>
                <a:cs typeface="Fira Sans"/>
                <a:sym typeface="Fira Sans"/>
              </a:defRPr>
            </a:lvl6pPr>
            <a:lvl7pPr marL="3200400" marR="0" lvl="6" indent="-317500" algn="l" rtl="0">
              <a:lnSpc>
                <a:spcPct val="90000"/>
              </a:lnSpc>
              <a:spcBef>
                <a:spcPts val="500"/>
              </a:spcBef>
              <a:spcAft>
                <a:spcPts val="0"/>
              </a:spcAft>
              <a:buClr>
                <a:schemeClr val="dk1"/>
              </a:buClr>
              <a:buSzPts val="1400"/>
              <a:buFont typeface="Noto Sans Symbols"/>
              <a:buChar char="▪"/>
              <a:defRPr sz="1400" b="0" i="0" u="none" strike="noStrike" cap="none">
                <a:solidFill>
                  <a:schemeClr val="dk1"/>
                </a:solidFill>
                <a:latin typeface="Fira Sans"/>
                <a:ea typeface="Fira Sans"/>
                <a:cs typeface="Fira Sans"/>
                <a:sym typeface="Fira Sans"/>
              </a:defRPr>
            </a:lvl7pPr>
            <a:lvl8pPr marL="3657600" marR="0" lvl="7" indent="-317500" algn="l" rtl="0">
              <a:lnSpc>
                <a:spcPct val="90000"/>
              </a:lnSpc>
              <a:spcBef>
                <a:spcPts val="500"/>
              </a:spcBef>
              <a:spcAft>
                <a:spcPts val="0"/>
              </a:spcAft>
              <a:buClr>
                <a:schemeClr val="dk1"/>
              </a:buClr>
              <a:buSzPts val="1400"/>
              <a:buFont typeface="Noto Sans Symbols"/>
              <a:buChar char="▪"/>
              <a:defRPr sz="1400" b="0" i="0" u="none" strike="noStrike" cap="none">
                <a:solidFill>
                  <a:schemeClr val="dk1"/>
                </a:solidFill>
                <a:latin typeface="Fira Sans"/>
                <a:ea typeface="Fira Sans"/>
                <a:cs typeface="Fira Sans"/>
                <a:sym typeface="Fira Sans"/>
              </a:defRPr>
            </a:lvl8pPr>
            <a:lvl9pPr marL="4114800" marR="0" lvl="8" indent="-317500" algn="l" rtl="0">
              <a:lnSpc>
                <a:spcPct val="90000"/>
              </a:lnSpc>
              <a:spcBef>
                <a:spcPts val="500"/>
              </a:spcBef>
              <a:spcAft>
                <a:spcPts val="0"/>
              </a:spcAft>
              <a:buClr>
                <a:schemeClr val="dk1"/>
              </a:buClr>
              <a:buSzPts val="1400"/>
              <a:buFont typeface="Noto Sans Symbols"/>
              <a:buChar char="▪"/>
              <a:defRPr sz="1400" b="0" i="0" u="none" strike="noStrike" cap="none">
                <a:solidFill>
                  <a:schemeClr val="dk1"/>
                </a:solidFill>
                <a:latin typeface="Fira Sans"/>
                <a:ea typeface="Fira Sans"/>
                <a:cs typeface="Fira Sans"/>
                <a:sym typeface="Fira Sans"/>
              </a:defRPr>
            </a:lvl9pPr>
          </a:lstStyle>
          <a:p>
            <a:endParaRPr/>
          </a:p>
        </p:txBody>
      </p:sp>
      <p:sp>
        <p:nvSpPr>
          <p:cNvPr id="25" name="Google Shape;25;p24"/>
          <p:cNvSpPr txBox="1">
            <a:spLocks noGrp="1"/>
          </p:cNvSpPr>
          <p:nvPr>
            <p:ph type="body" idx="3"/>
          </p:nvPr>
        </p:nvSpPr>
        <p:spPr>
          <a:xfrm>
            <a:off x="5886710" y="1282700"/>
            <a:ext cx="5124190" cy="858198"/>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0"/>
              </a:spcBef>
              <a:spcAft>
                <a:spcPts val="0"/>
              </a:spcAft>
              <a:buClr>
                <a:srgbClr val="58595B"/>
              </a:buClr>
              <a:buSzPts val="2400"/>
              <a:buFont typeface="Noto Sans Symbols"/>
              <a:buNone/>
              <a:defRPr sz="2400" b="1" i="0" u="none" strike="noStrike" cap="none">
                <a:solidFill>
                  <a:srgbClr val="58595B"/>
                </a:solidFill>
                <a:latin typeface="Fira Sans"/>
                <a:ea typeface="Fira Sans"/>
                <a:cs typeface="Fira Sans"/>
                <a:sym typeface="Fira Sans"/>
              </a:defRPr>
            </a:lvl1pPr>
            <a:lvl2pPr marL="914400" marR="0" lvl="1" indent="-228600" algn="l" rtl="0">
              <a:lnSpc>
                <a:spcPct val="90000"/>
              </a:lnSpc>
              <a:spcBef>
                <a:spcPts val="600"/>
              </a:spcBef>
              <a:spcAft>
                <a:spcPts val="0"/>
              </a:spcAft>
              <a:buClr>
                <a:srgbClr val="58595B"/>
              </a:buClr>
              <a:buSzPts val="2000"/>
              <a:buFont typeface="Noto Sans Symbols"/>
              <a:buNone/>
              <a:defRPr sz="2000" b="1" i="0" u="none" strike="noStrike" cap="none">
                <a:solidFill>
                  <a:srgbClr val="58595B"/>
                </a:solidFill>
                <a:latin typeface="Fira Sans"/>
                <a:ea typeface="Fira Sans"/>
                <a:cs typeface="Fira Sans"/>
                <a:sym typeface="Fira Sans"/>
              </a:defRPr>
            </a:lvl2pPr>
            <a:lvl3pPr marL="1371600" marR="0" lvl="2" indent="-228600" algn="l" rtl="0">
              <a:lnSpc>
                <a:spcPct val="90000"/>
              </a:lnSpc>
              <a:spcBef>
                <a:spcPts val="600"/>
              </a:spcBef>
              <a:spcAft>
                <a:spcPts val="0"/>
              </a:spcAft>
              <a:buClr>
                <a:srgbClr val="58595B"/>
              </a:buClr>
              <a:buSzPts val="1800"/>
              <a:buFont typeface="Noto Sans Symbols"/>
              <a:buNone/>
              <a:defRPr sz="1800" b="1" i="0" u="none" strike="noStrike" cap="none">
                <a:solidFill>
                  <a:srgbClr val="58595B"/>
                </a:solidFill>
                <a:latin typeface="Fira Sans"/>
                <a:ea typeface="Fira Sans"/>
                <a:cs typeface="Fira Sans"/>
                <a:sym typeface="Fira Sans"/>
              </a:defRPr>
            </a:lvl3pPr>
            <a:lvl4pPr marL="1828800" marR="0" lvl="3" indent="-228600" algn="l" rtl="0">
              <a:lnSpc>
                <a:spcPct val="90000"/>
              </a:lnSpc>
              <a:spcBef>
                <a:spcPts val="600"/>
              </a:spcBef>
              <a:spcAft>
                <a:spcPts val="0"/>
              </a:spcAft>
              <a:buClr>
                <a:srgbClr val="58595B"/>
              </a:buClr>
              <a:buSzPts val="1600"/>
              <a:buFont typeface="Noto Sans Symbols"/>
              <a:buNone/>
              <a:defRPr sz="1600" b="1" i="0" u="none" strike="noStrike" cap="none">
                <a:solidFill>
                  <a:srgbClr val="58595B"/>
                </a:solidFill>
                <a:latin typeface="Fira Sans"/>
                <a:ea typeface="Fira Sans"/>
                <a:cs typeface="Fira Sans"/>
                <a:sym typeface="Fira Sans"/>
              </a:defRPr>
            </a:lvl4pPr>
            <a:lvl5pPr marL="2286000" marR="0" lvl="4" indent="-228600" algn="l" rtl="0">
              <a:lnSpc>
                <a:spcPct val="90000"/>
              </a:lnSpc>
              <a:spcBef>
                <a:spcPts val="600"/>
              </a:spcBef>
              <a:spcAft>
                <a:spcPts val="0"/>
              </a:spcAft>
              <a:buClr>
                <a:srgbClr val="58595B"/>
              </a:buClr>
              <a:buSzPts val="1600"/>
              <a:buFont typeface="Noto Sans Symbols"/>
              <a:buNone/>
              <a:defRPr sz="1600" b="1" i="0" u="none" strike="noStrike" cap="none">
                <a:solidFill>
                  <a:srgbClr val="58595B"/>
                </a:solidFill>
                <a:latin typeface="Fira Sans"/>
                <a:ea typeface="Fira Sans"/>
                <a:cs typeface="Fira Sans"/>
                <a:sym typeface="Fira Sans"/>
              </a:defRPr>
            </a:lvl5pPr>
            <a:lvl6pPr marL="2743200" marR="0" lvl="5" indent="-228600" algn="l" rtl="0">
              <a:lnSpc>
                <a:spcPct val="90000"/>
              </a:lnSpc>
              <a:spcBef>
                <a:spcPts val="500"/>
              </a:spcBef>
              <a:spcAft>
                <a:spcPts val="0"/>
              </a:spcAft>
              <a:buClr>
                <a:schemeClr val="dk1"/>
              </a:buClr>
              <a:buSzPts val="1600"/>
              <a:buFont typeface="Noto Sans Symbols"/>
              <a:buNone/>
              <a:defRPr sz="1600" b="1" i="0" u="none" strike="noStrike" cap="none">
                <a:solidFill>
                  <a:schemeClr val="dk1"/>
                </a:solidFill>
                <a:latin typeface="Fira Sans"/>
                <a:ea typeface="Fira Sans"/>
                <a:cs typeface="Fira Sans"/>
                <a:sym typeface="Fira Sans"/>
              </a:defRPr>
            </a:lvl6pPr>
            <a:lvl7pPr marL="3200400" marR="0" lvl="6" indent="-228600" algn="l" rtl="0">
              <a:lnSpc>
                <a:spcPct val="90000"/>
              </a:lnSpc>
              <a:spcBef>
                <a:spcPts val="500"/>
              </a:spcBef>
              <a:spcAft>
                <a:spcPts val="0"/>
              </a:spcAft>
              <a:buClr>
                <a:schemeClr val="dk1"/>
              </a:buClr>
              <a:buSzPts val="1600"/>
              <a:buFont typeface="Noto Sans Symbols"/>
              <a:buNone/>
              <a:defRPr sz="1600" b="1" i="0" u="none" strike="noStrike" cap="none">
                <a:solidFill>
                  <a:schemeClr val="dk1"/>
                </a:solidFill>
                <a:latin typeface="Fira Sans"/>
                <a:ea typeface="Fira Sans"/>
                <a:cs typeface="Fira Sans"/>
                <a:sym typeface="Fira Sans"/>
              </a:defRPr>
            </a:lvl7pPr>
            <a:lvl8pPr marL="3657600" marR="0" lvl="7" indent="-228600" algn="l" rtl="0">
              <a:lnSpc>
                <a:spcPct val="90000"/>
              </a:lnSpc>
              <a:spcBef>
                <a:spcPts val="500"/>
              </a:spcBef>
              <a:spcAft>
                <a:spcPts val="0"/>
              </a:spcAft>
              <a:buClr>
                <a:schemeClr val="dk1"/>
              </a:buClr>
              <a:buSzPts val="1600"/>
              <a:buFont typeface="Noto Sans Symbols"/>
              <a:buNone/>
              <a:defRPr sz="1600" b="1" i="0" u="none" strike="noStrike" cap="none">
                <a:solidFill>
                  <a:schemeClr val="dk1"/>
                </a:solidFill>
                <a:latin typeface="Fira Sans"/>
                <a:ea typeface="Fira Sans"/>
                <a:cs typeface="Fira Sans"/>
                <a:sym typeface="Fira Sans"/>
              </a:defRPr>
            </a:lvl8pPr>
            <a:lvl9pPr marL="4114800" marR="0" lvl="8" indent="-228600" algn="l" rtl="0">
              <a:lnSpc>
                <a:spcPct val="90000"/>
              </a:lnSpc>
              <a:spcBef>
                <a:spcPts val="500"/>
              </a:spcBef>
              <a:spcAft>
                <a:spcPts val="0"/>
              </a:spcAft>
              <a:buClr>
                <a:schemeClr val="dk1"/>
              </a:buClr>
              <a:buSzPts val="1600"/>
              <a:buFont typeface="Noto Sans Symbols"/>
              <a:buNone/>
              <a:defRPr sz="1600" b="1" i="0" u="none" strike="noStrike" cap="none">
                <a:solidFill>
                  <a:schemeClr val="dk1"/>
                </a:solidFill>
                <a:latin typeface="Fira Sans"/>
                <a:ea typeface="Fira Sans"/>
                <a:cs typeface="Fira Sans"/>
                <a:sym typeface="Fira Sans"/>
              </a:defRPr>
            </a:lvl9pPr>
          </a:lstStyle>
          <a:p>
            <a:endParaRPr/>
          </a:p>
        </p:txBody>
      </p:sp>
      <p:sp>
        <p:nvSpPr>
          <p:cNvPr id="26" name="Google Shape;26;p24"/>
          <p:cNvSpPr txBox="1">
            <a:spLocks noGrp="1"/>
          </p:cNvSpPr>
          <p:nvPr>
            <p:ph type="body" idx="4"/>
          </p:nvPr>
        </p:nvSpPr>
        <p:spPr>
          <a:xfrm>
            <a:off x="5886710" y="2170112"/>
            <a:ext cx="5124190" cy="3904060"/>
          </a:xfrm>
          <a:prstGeom prst="rect">
            <a:avLst/>
          </a:prstGeom>
          <a:noFill/>
          <a:ln>
            <a:noFill/>
          </a:ln>
        </p:spPr>
        <p:txBody>
          <a:bodyPr spcFirstLastPara="1" wrap="square" lIns="91425" tIns="45700" rIns="91425" bIns="45700" anchor="t" anchorCtr="0">
            <a:noAutofit/>
          </a:bodyPr>
          <a:lstStyle>
            <a:lvl1pPr marL="457200" marR="0" lvl="0" indent="-355600" algn="l" rtl="0">
              <a:lnSpc>
                <a:spcPct val="90000"/>
              </a:lnSpc>
              <a:spcBef>
                <a:spcPts val="1800"/>
              </a:spcBef>
              <a:spcAft>
                <a:spcPts val="0"/>
              </a:spcAft>
              <a:buClr>
                <a:srgbClr val="58595B"/>
              </a:buClr>
              <a:buSzPts val="2000"/>
              <a:buFont typeface="Noto Sans Symbols"/>
              <a:buChar char="▪"/>
              <a:defRPr sz="2000" b="0" i="0" u="none" strike="noStrike" cap="none">
                <a:solidFill>
                  <a:srgbClr val="58595B"/>
                </a:solidFill>
                <a:latin typeface="Fira Sans"/>
                <a:ea typeface="Fira Sans"/>
                <a:cs typeface="Fira Sans"/>
                <a:sym typeface="Fira Sans"/>
              </a:defRPr>
            </a:lvl1pPr>
            <a:lvl2pPr marL="914400" marR="0" lvl="1" indent="-330200" algn="l" rtl="0">
              <a:lnSpc>
                <a:spcPct val="90000"/>
              </a:lnSpc>
              <a:spcBef>
                <a:spcPts val="600"/>
              </a:spcBef>
              <a:spcAft>
                <a:spcPts val="0"/>
              </a:spcAft>
              <a:buClr>
                <a:srgbClr val="58595B"/>
              </a:buClr>
              <a:buSzPts val="1600"/>
              <a:buFont typeface="Noto Sans Symbols"/>
              <a:buChar char="▪"/>
              <a:defRPr sz="1600" b="0" i="0" u="none" strike="noStrike" cap="none">
                <a:solidFill>
                  <a:srgbClr val="58595B"/>
                </a:solidFill>
                <a:latin typeface="Fira Sans"/>
                <a:ea typeface="Fira Sans"/>
                <a:cs typeface="Fira Sans"/>
                <a:sym typeface="Fira Sans"/>
              </a:defRPr>
            </a:lvl2pPr>
            <a:lvl3pPr marL="1371600" marR="0" lvl="2" indent="-317500" algn="l" rtl="0">
              <a:lnSpc>
                <a:spcPct val="90000"/>
              </a:lnSpc>
              <a:spcBef>
                <a:spcPts val="600"/>
              </a:spcBef>
              <a:spcAft>
                <a:spcPts val="0"/>
              </a:spcAft>
              <a:buClr>
                <a:srgbClr val="58595B"/>
              </a:buClr>
              <a:buSzPts val="1400"/>
              <a:buFont typeface="Noto Sans Symbols"/>
              <a:buChar char="▪"/>
              <a:defRPr sz="1400" b="0" i="0" u="none" strike="noStrike" cap="none">
                <a:solidFill>
                  <a:srgbClr val="58595B"/>
                </a:solidFill>
                <a:latin typeface="Fira Sans"/>
                <a:ea typeface="Fira Sans"/>
                <a:cs typeface="Fira Sans"/>
                <a:sym typeface="Fira Sans"/>
              </a:defRPr>
            </a:lvl3pPr>
            <a:lvl4pPr marL="1828800" marR="0" lvl="3" indent="-317500" algn="l" rtl="0">
              <a:lnSpc>
                <a:spcPct val="90000"/>
              </a:lnSpc>
              <a:spcBef>
                <a:spcPts val="600"/>
              </a:spcBef>
              <a:spcAft>
                <a:spcPts val="0"/>
              </a:spcAft>
              <a:buClr>
                <a:srgbClr val="58595B"/>
              </a:buClr>
              <a:buSzPts val="1400"/>
              <a:buFont typeface="Noto Sans Symbols"/>
              <a:buChar char="▪"/>
              <a:defRPr sz="1400" b="0" i="0" u="none" strike="noStrike" cap="none">
                <a:solidFill>
                  <a:srgbClr val="58595B"/>
                </a:solidFill>
                <a:latin typeface="Fira Sans"/>
                <a:ea typeface="Fira Sans"/>
                <a:cs typeface="Fira Sans"/>
                <a:sym typeface="Fira Sans"/>
              </a:defRPr>
            </a:lvl4pPr>
            <a:lvl5pPr marL="2286000" marR="0" lvl="4" indent="-317500" algn="l" rtl="0">
              <a:lnSpc>
                <a:spcPct val="90000"/>
              </a:lnSpc>
              <a:spcBef>
                <a:spcPts val="600"/>
              </a:spcBef>
              <a:spcAft>
                <a:spcPts val="0"/>
              </a:spcAft>
              <a:buClr>
                <a:srgbClr val="58595B"/>
              </a:buClr>
              <a:buSzPts val="1400"/>
              <a:buFont typeface="Noto Sans Symbols"/>
              <a:buChar char="▪"/>
              <a:defRPr sz="1400" b="0" i="0" u="none" strike="noStrike" cap="none">
                <a:solidFill>
                  <a:srgbClr val="58595B"/>
                </a:solidFill>
                <a:latin typeface="Fira Sans"/>
                <a:ea typeface="Fira Sans"/>
                <a:cs typeface="Fira Sans"/>
                <a:sym typeface="Fira Sans"/>
              </a:defRPr>
            </a:lvl5pPr>
            <a:lvl6pPr marL="2743200" marR="0" lvl="5" indent="-317500" algn="l" rtl="0">
              <a:lnSpc>
                <a:spcPct val="90000"/>
              </a:lnSpc>
              <a:spcBef>
                <a:spcPts val="500"/>
              </a:spcBef>
              <a:spcAft>
                <a:spcPts val="0"/>
              </a:spcAft>
              <a:buClr>
                <a:schemeClr val="dk1"/>
              </a:buClr>
              <a:buSzPts val="1400"/>
              <a:buFont typeface="Noto Sans Symbols"/>
              <a:buChar char="▪"/>
              <a:defRPr sz="1400" b="0" i="0" u="none" strike="noStrike" cap="none">
                <a:solidFill>
                  <a:schemeClr val="dk1"/>
                </a:solidFill>
                <a:latin typeface="Fira Sans"/>
                <a:ea typeface="Fira Sans"/>
                <a:cs typeface="Fira Sans"/>
                <a:sym typeface="Fira Sans"/>
              </a:defRPr>
            </a:lvl6pPr>
            <a:lvl7pPr marL="3200400" marR="0" lvl="6" indent="-317500" algn="l" rtl="0">
              <a:lnSpc>
                <a:spcPct val="90000"/>
              </a:lnSpc>
              <a:spcBef>
                <a:spcPts val="500"/>
              </a:spcBef>
              <a:spcAft>
                <a:spcPts val="0"/>
              </a:spcAft>
              <a:buClr>
                <a:schemeClr val="dk1"/>
              </a:buClr>
              <a:buSzPts val="1400"/>
              <a:buFont typeface="Noto Sans Symbols"/>
              <a:buChar char="▪"/>
              <a:defRPr sz="1400" b="0" i="0" u="none" strike="noStrike" cap="none">
                <a:solidFill>
                  <a:schemeClr val="dk1"/>
                </a:solidFill>
                <a:latin typeface="Fira Sans"/>
                <a:ea typeface="Fira Sans"/>
                <a:cs typeface="Fira Sans"/>
                <a:sym typeface="Fira Sans"/>
              </a:defRPr>
            </a:lvl7pPr>
            <a:lvl8pPr marL="3657600" marR="0" lvl="7" indent="-317500" algn="l" rtl="0">
              <a:lnSpc>
                <a:spcPct val="90000"/>
              </a:lnSpc>
              <a:spcBef>
                <a:spcPts val="500"/>
              </a:spcBef>
              <a:spcAft>
                <a:spcPts val="0"/>
              </a:spcAft>
              <a:buClr>
                <a:schemeClr val="dk1"/>
              </a:buClr>
              <a:buSzPts val="1400"/>
              <a:buFont typeface="Noto Sans Symbols"/>
              <a:buChar char="▪"/>
              <a:defRPr sz="1400" b="0" i="0" u="none" strike="noStrike" cap="none">
                <a:solidFill>
                  <a:schemeClr val="dk1"/>
                </a:solidFill>
                <a:latin typeface="Fira Sans"/>
                <a:ea typeface="Fira Sans"/>
                <a:cs typeface="Fira Sans"/>
                <a:sym typeface="Fira Sans"/>
              </a:defRPr>
            </a:lvl8pPr>
            <a:lvl9pPr marL="4114800" marR="0" lvl="8" indent="-317500" algn="l" rtl="0">
              <a:lnSpc>
                <a:spcPct val="90000"/>
              </a:lnSpc>
              <a:spcBef>
                <a:spcPts val="500"/>
              </a:spcBef>
              <a:spcAft>
                <a:spcPts val="0"/>
              </a:spcAft>
              <a:buClr>
                <a:schemeClr val="dk1"/>
              </a:buClr>
              <a:buSzPts val="1400"/>
              <a:buFont typeface="Noto Sans Symbols"/>
              <a:buChar char="▪"/>
              <a:defRPr sz="1400" b="0" i="0" u="none" strike="noStrike" cap="none">
                <a:solidFill>
                  <a:schemeClr val="dk1"/>
                </a:solidFill>
                <a:latin typeface="Fira Sans"/>
                <a:ea typeface="Fira Sans"/>
                <a:cs typeface="Fira Sans"/>
                <a:sym typeface="Fira Sans"/>
              </a:defRPr>
            </a:lvl9pPr>
          </a:lstStyle>
          <a:p>
            <a:endParaRPr/>
          </a:p>
        </p:txBody>
      </p:sp>
      <p:sp>
        <p:nvSpPr>
          <p:cNvPr id="27" name="Google Shape;27;p24"/>
          <p:cNvSpPr txBox="1">
            <a:spLocks noGrp="1"/>
          </p:cNvSpPr>
          <p:nvPr>
            <p:ph type="sldNum" idx="12"/>
          </p:nvPr>
        </p:nvSpPr>
        <p:spPr>
          <a:xfrm>
            <a:off x="11300346" y="6535299"/>
            <a:ext cx="799484"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0" i="0" u="none" strike="noStrike" cap="none">
                <a:solidFill>
                  <a:srgbClr val="58595B"/>
                </a:solidFill>
                <a:latin typeface="Fira Sans"/>
                <a:ea typeface="Fira Sans"/>
                <a:cs typeface="Fira Sans"/>
                <a:sym typeface="Fira Sans"/>
              </a:defRPr>
            </a:lvl1pPr>
            <a:lvl2pPr marL="0" marR="0" lvl="1" indent="0" algn="l" rtl="0">
              <a:lnSpc>
                <a:spcPct val="100000"/>
              </a:lnSpc>
              <a:spcBef>
                <a:spcPts val="0"/>
              </a:spcBef>
              <a:spcAft>
                <a:spcPts val="0"/>
              </a:spcAft>
              <a:buClr>
                <a:srgbClr val="000000"/>
              </a:buClr>
              <a:buSzPts val="1600"/>
              <a:buFont typeface="Arial"/>
              <a:buNone/>
              <a:defRPr sz="1600" b="0" i="0" u="none" strike="noStrike" cap="none">
                <a:solidFill>
                  <a:srgbClr val="58595B"/>
                </a:solidFill>
                <a:latin typeface="Fira Sans"/>
                <a:ea typeface="Fira Sans"/>
                <a:cs typeface="Fira Sans"/>
                <a:sym typeface="Fira Sans"/>
              </a:defRPr>
            </a:lvl2pPr>
            <a:lvl3pPr marL="0" marR="0" lvl="2" indent="0" algn="l" rtl="0">
              <a:lnSpc>
                <a:spcPct val="100000"/>
              </a:lnSpc>
              <a:spcBef>
                <a:spcPts val="0"/>
              </a:spcBef>
              <a:spcAft>
                <a:spcPts val="0"/>
              </a:spcAft>
              <a:buClr>
                <a:srgbClr val="000000"/>
              </a:buClr>
              <a:buSzPts val="1600"/>
              <a:buFont typeface="Arial"/>
              <a:buNone/>
              <a:defRPr sz="1600" b="0" i="0" u="none" strike="noStrike" cap="none">
                <a:solidFill>
                  <a:srgbClr val="58595B"/>
                </a:solidFill>
                <a:latin typeface="Fira Sans"/>
                <a:ea typeface="Fira Sans"/>
                <a:cs typeface="Fira Sans"/>
                <a:sym typeface="Fira Sans"/>
              </a:defRPr>
            </a:lvl3pPr>
            <a:lvl4pPr marL="0" marR="0" lvl="3" indent="0" algn="l" rtl="0">
              <a:lnSpc>
                <a:spcPct val="100000"/>
              </a:lnSpc>
              <a:spcBef>
                <a:spcPts val="0"/>
              </a:spcBef>
              <a:spcAft>
                <a:spcPts val="0"/>
              </a:spcAft>
              <a:buClr>
                <a:srgbClr val="000000"/>
              </a:buClr>
              <a:buSzPts val="1600"/>
              <a:buFont typeface="Arial"/>
              <a:buNone/>
              <a:defRPr sz="1600" b="0" i="0" u="none" strike="noStrike" cap="none">
                <a:solidFill>
                  <a:srgbClr val="58595B"/>
                </a:solidFill>
                <a:latin typeface="Fira Sans"/>
                <a:ea typeface="Fira Sans"/>
                <a:cs typeface="Fira Sans"/>
                <a:sym typeface="Fira Sans"/>
              </a:defRPr>
            </a:lvl4pPr>
            <a:lvl5pPr marL="0" marR="0" lvl="4" indent="0" algn="l" rtl="0">
              <a:lnSpc>
                <a:spcPct val="100000"/>
              </a:lnSpc>
              <a:spcBef>
                <a:spcPts val="0"/>
              </a:spcBef>
              <a:spcAft>
                <a:spcPts val="0"/>
              </a:spcAft>
              <a:buClr>
                <a:srgbClr val="000000"/>
              </a:buClr>
              <a:buSzPts val="1600"/>
              <a:buFont typeface="Arial"/>
              <a:buNone/>
              <a:defRPr sz="1600" b="0" i="0" u="none" strike="noStrike" cap="none">
                <a:solidFill>
                  <a:srgbClr val="58595B"/>
                </a:solidFill>
                <a:latin typeface="Fira Sans"/>
                <a:ea typeface="Fira Sans"/>
                <a:cs typeface="Fira Sans"/>
                <a:sym typeface="Fira Sans"/>
              </a:defRPr>
            </a:lvl5pPr>
            <a:lvl6pPr marL="0" marR="0" lvl="5" indent="0" algn="l" rtl="0">
              <a:lnSpc>
                <a:spcPct val="100000"/>
              </a:lnSpc>
              <a:spcBef>
                <a:spcPts val="0"/>
              </a:spcBef>
              <a:spcAft>
                <a:spcPts val="0"/>
              </a:spcAft>
              <a:buClr>
                <a:srgbClr val="000000"/>
              </a:buClr>
              <a:buSzPts val="1600"/>
              <a:buFont typeface="Arial"/>
              <a:buNone/>
              <a:defRPr sz="1600" b="0" i="0" u="none" strike="noStrike" cap="none">
                <a:solidFill>
                  <a:srgbClr val="58595B"/>
                </a:solidFill>
                <a:latin typeface="Fira Sans"/>
                <a:ea typeface="Fira Sans"/>
                <a:cs typeface="Fira Sans"/>
                <a:sym typeface="Fira Sans"/>
              </a:defRPr>
            </a:lvl6pPr>
            <a:lvl7pPr marL="0" marR="0" lvl="6" indent="0" algn="l" rtl="0">
              <a:lnSpc>
                <a:spcPct val="100000"/>
              </a:lnSpc>
              <a:spcBef>
                <a:spcPts val="0"/>
              </a:spcBef>
              <a:spcAft>
                <a:spcPts val="0"/>
              </a:spcAft>
              <a:buClr>
                <a:srgbClr val="000000"/>
              </a:buClr>
              <a:buSzPts val="1600"/>
              <a:buFont typeface="Arial"/>
              <a:buNone/>
              <a:defRPr sz="1600" b="0" i="0" u="none" strike="noStrike" cap="none">
                <a:solidFill>
                  <a:srgbClr val="58595B"/>
                </a:solidFill>
                <a:latin typeface="Fira Sans"/>
                <a:ea typeface="Fira Sans"/>
                <a:cs typeface="Fira Sans"/>
                <a:sym typeface="Fira Sans"/>
              </a:defRPr>
            </a:lvl7pPr>
            <a:lvl8pPr marL="0" marR="0" lvl="7" indent="0" algn="l" rtl="0">
              <a:lnSpc>
                <a:spcPct val="100000"/>
              </a:lnSpc>
              <a:spcBef>
                <a:spcPts val="0"/>
              </a:spcBef>
              <a:spcAft>
                <a:spcPts val="0"/>
              </a:spcAft>
              <a:buClr>
                <a:srgbClr val="000000"/>
              </a:buClr>
              <a:buSzPts val="1600"/>
              <a:buFont typeface="Arial"/>
              <a:buNone/>
              <a:defRPr sz="1600" b="0" i="0" u="none" strike="noStrike" cap="none">
                <a:solidFill>
                  <a:srgbClr val="58595B"/>
                </a:solidFill>
                <a:latin typeface="Fira Sans"/>
                <a:ea typeface="Fira Sans"/>
                <a:cs typeface="Fira Sans"/>
                <a:sym typeface="Fira Sans"/>
              </a:defRPr>
            </a:lvl8pPr>
            <a:lvl9pPr marL="0" marR="0" lvl="8" indent="0" algn="l" rtl="0">
              <a:lnSpc>
                <a:spcPct val="100000"/>
              </a:lnSpc>
              <a:spcBef>
                <a:spcPts val="0"/>
              </a:spcBef>
              <a:spcAft>
                <a:spcPts val="0"/>
              </a:spcAft>
              <a:buClr>
                <a:srgbClr val="000000"/>
              </a:buClr>
              <a:buSzPts val="1600"/>
              <a:buFont typeface="Arial"/>
              <a:buNone/>
              <a:defRPr sz="1600" b="0" i="0" u="none" strike="noStrike" cap="none">
                <a:solidFill>
                  <a:srgbClr val="58595B"/>
                </a:solidFill>
                <a:latin typeface="Fira Sans"/>
                <a:ea typeface="Fira Sans"/>
                <a:cs typeface="Fira Sans"/>
                <a:sym typeface="Fira Sans"/>
              </a:defRPr>
            </a:lvl9pPr>
          </a:lstStyle>
          <a:p>
            <a:pPr marL="0" lvl="0" indent="0" algn="l" rtl="0">
              <a:spcBef>
                <a:spcPts val="0"/>
              </a:spcBef>
              <a:spcAft>
                <a:spcPts val="0"/>
              </a:spcAft>
              <a:buNone/>
            </a:pPr>
            <a:fld id="{00000000-1234-1234-1234-123412341234}" type="slidenum">
              <a:rPr lang="en-IN"/>
              <a:t>‹#›</a:t>
            </a:fld>
            <a:endParaRPr/>
          </a:p>
        </p:txBody>
      </p:sp>
      <p:sp>
        <p:nvSpPr>
          <p:cNvPr id="28" name="Google Shape;28;p24"/>
          <p:cNvSpPr/>
          <p:nvPr/>
        </p:nvSpPr>
        <p:spPr>
          <a:xfrm>
            <a:off x="5547771" y="6553201"/>
            <a:ext cx="673985" cy="304800"/>
          </a:xfrm>
          <a:prstGeom prst="rect">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Fira Sans"/>
              <a:ea typeface="Fira Sans"/>
              <a:cs typeface="Fira Sans"/>
              <a:sym typeface="Fira Sans"/>
            </a:endParaRPr>
          </a:p>
        </p:txBody>
      </p:sp>
      <p:sp>
        <p:nvSpPr>
          <p:cNvPr id="29" name="Google Shape;29;p24"/>
          <p:cNvSpPr/>
          <p:nvPr/>
        </p:nvSpPr>
        <p:spPr>
          <a:xfrm>
            <a:off x="0" y="6553200"/>
            <a:ext cx="5556736" cy="304800"/>
          </a:xfrm>
          <a:prstGeom prst="rect">
            <a:avLst/>
          </a:prstGeom>
          <a:solidFill>
            <a:srgbClr val="B7202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Fira Sans"/>
              <a:ea typeface="Fira Sans"/>
              <a:cs typeface="Fira Sans"/>
              <a:sym typeface="Fira Sans"/>
            </a:endParaRPr>
          </a:p>
        </p:txBody>
      </p:sp>
      <p:sp>
        <p:nvSpPr>
          <p:cNvPr id="30" name="Google Shape;30;p24"/>
          <p:cNvSpPr/>
          <p:nvPr/>
        </p:nvSpPr>
        <p:spPr>
          <a:xfrm>
            <a:off x="3810001" y="6553201"/>
            <a:ext cx="2411756" cy="304798"/>
          </a:xfrm>
          <a:prstGeom prst="rect">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Fira Sans"/>
              <a:ea typeface="Fira Sans"/>
              <a:cs typeface="Fira Sans"/>
              <a:sym typeface="Fira Sans"/>
            </a:endParaRPr>
          </a:p>
        </p:txBody>
      </p:sp>
      <p:sp>
        <p:nvSpPr>
          <p:cNvPr id="31" name="Google Shape;31;p24"/>
          <p:cNvSpPr/>
          <p:nvPr/>
        </p:nvSpPr>
        <p:spPr>
          <a:xfrm>
            <a:off x="0" y="6553200"/>
            <a:ext cx="3810000" cy="304799"/>
          </a:xfrm>
          <a:prstGeom prst="rect">
            <a:avLst/>
          </a:prstGeom>
          <a:solidFill>
            <a:srgbClr val="B7202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Fira Sans"/>
              <a:ea typeface="Fira Sans"/>
              <a:cs typeface="Fira Sans"/>
              <a:sym typeface="Fira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32"/>
        <p:cNvGrpSpPr/>
        <p:nvPr/>
      </p:nvGrpSpPr>
      <p:grpSpPr>
        <a:xfrm>
          <a:off x="0" y="0"/>
          <a:ext cx="0" cy="0"/>
          <a:chOff x="0" y="0"/>
          <a:chExt cx="0" cy="0"/>
        </a:xfrm>
      </p:grpSpPr>
      <p:sp>
        <p:nvSpPr>
          <p:cNvPr id="33" name="Google Shape;33;p29"/>
          <p:cNvSpPr txBox="1">
            <a:spLocks noGrp="1"/>
          </p:cNvSpPr>
          <p:nvPr>
            <p:ph type="title"/>
          </p:nvPr>
        </p:nvSpPr>
        <p:spPr>
          <a:xfrm rot="5400000">
            <a:off x="7323931" y="2413794"/>
            <a:ext cx="5811838" cy="17145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rgbClr val="B7202E"/>
              </a:buClr>
              <a:buSzPts val="3200"/>
              <a:buFont typeface="Marcellus"/>
              <a:buNone/>
              <a:defRPr sz="3200" b="1" i="0" u="none" strike="noStrike" cap="none">
                <a:solidFill>
                  <a:srgbClr val="B7202E"/>
                </a:solidFill>
                <a:latin typeface="Marcellus"/>
                <a:ea typeface="Marcellus"/>
                <a:cs typeface="Marcellus"/>
                <a:sym typeface="Marcellu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4" name="Google Shape;34;p29"/>
          <p:cNvSpPr txBox="1">
            <a:spLocks noGrp="1"/>
          </p:cNvSpPr>
          <p:nvPr>
            <p:ph type="body" idx="1"/>
          </p:nvPr>
        </p:nvSpPr>
        <p:spPr>
          <a:xfrm rot="5400000">
            <a:off x="2248429" y="-778404"/>
            <a:ext cx="5811838" cy="8098896"/>
          </a:xfrm>
          <a:prstGeom prst="rect">
            <a:avLst/>
          </a:prstGeom>
          <a:noFill/>
          <a:ln>
            <a:noFill/>
          </a:ln>
        </p:spPr>
        <p:txBody>
          <a:bodyPr spcFirstLastPara="1" wrap="square" lIns="91425" tIns="45700" rIns="91425" bIns="45700" anchor="t" anchorCtr="0">
            <a:noAutofit/>
          </a:bodyPr>
          <a:lstStyle>
            <a:lvl1pPr marL="457200" marR="0" lvl="0" indent="-355600" algn="l" rtl="0">
              <a:lnSpc>
                <a:spcPct val="90000"/>
              </a:lnSpc>
              <a:spcBef>
                <a:spcPts val="1800"/>
              </a:spcBef>
              <a:spcAft>
                <a:spcPts val="0"/>
              </a:spcAft>
              <a:buClr>
                <a:srgbClr val="58595B"/>
              </a:buClr>
              <a:buSzPts val="2000"/>
              <a:buFont typeface="Noto Sans Symbols"/>
              <a:buChar char="▪"/>
              <a:defRPr sz="2000" b="0" i="0" u="none" strike="noStrike" cap="none">
                <a:solidFill>
                  <a:srgbClr val="58595B"/>
                </a:solidFill>
                <a:latin typeface="Fira Sans"/>
                <a:ea typeface="Fira Sans"/>
                <a:cs typeface="Fira Sans"/>
                <a:sym typeface="Fira Sans"/>
              </a:defRPr>
            </a:lvl1pPr>
            <a:lvl2pPr marL="914400" marR="0" lvl="1" indent="-330200" algn="l" rtl="0">
              <a:lnSpc>
                <a:spcPct val="90000"/>
              </a:lnSpc>
              <a:spcBef>
                <a:spcPts val="600"/>
              </a:spcBef>
              <a:spcAft>
                <a:spcPts val="0"/>
              </a:spcAft>
              <a:buClr>
                <a:srgbClr val="58595B"/>
              </a:buClr>
              <a:buSzPts val="1600"/>
              <a:buFont typeface="Noto Sans Symbols"/>
              <a:buChar char="▪"/>
              <a:defRPr sz="1600" b="0" i="0" u="none" strike="noStrike" cap="none">
                <a:solidFill>
                  <a:srgbClr val="58595B"/>
                </a:solidFill>
                <a:latin typeface="Fira Sans"/>
                <a:ea typeface="Fira Sans"/>
                <a:cs typeface="Fira Sans"/>
                <a:sym typeface="Fira Sans"/>
              </a:defRPr>
            </a:lvl2pPr>
            <a:lvl3pPr marL="1371600" marR="0" lvl="2" indent="-317500" algn="l" rtl="0">
              <a:lnSpc>
                <a:spcPct val="90000"/>
              </a:lnSpc>
              <a:spcBef>
                <a:spcPts val="600"/>
              </a:spcBef>
              <a:spcAft>
                <a:spcPts val="0"/>
              </a:spcAft>
              <a:buClr>
                <a:srgbClr val="58595B"/>
              </a:buClr>
              <a:buSzPts val="1400"/>
              <a:buFont typeface="Noto Sans Symbols"/>
              <a:buChar char="▪"/>
              <a:defRPr sz="1400" b="0" i="0" u="none" strike="noStrike" cap="none">
                <a:solidFill>
                  <a:srgbClr val="58595B"/>
                </a:solidFill>
                <a:latin typeface="Fira Sans"/>
                <a:ea typeface="Fira Sans"/>
                <a:cs typeface="Fira Sans"/>
                <a:sym typeface="Fira Sans"/>
              </a:defRPr>
            </a:lvl3pPr>
            <a:lvl4pPr marL="1828800" marR="0" lvl="3" indent="-317500" algn="l" rtl="0">
              <a:lnSpc>
                <a:spcPct val="90000"/>
              </a:lnSpc>
              <a:spcBef>
                <a:spcPts val="600"/>
              </a:spcBef>
              <a:spcAft>
                <a:spcPts val="0"/>
              </a:spcAft>
              <a:buClr>
                <a:srgbClr val="58595B"/>
              </a:buClr>
              <a:buSzPts val="1400"/>
              <a:buFont typeface="Noto Sans Symbols"/>
              <a:buChar char="▪"/>
              <a:defRPr sz="1400" b="0" i="0" u="none" strike="noStrike" cap="none">
                <a:solidFill>
                  <a:srgbClr val="58595B"/>
                </a:solidFill>
                <a:latin typeface="Fira Sans"/>
                <a:ea typeface="Fira Sans"/>
                <a:cs typeface="Fira Sans"/>
                <a:sym typeface="Fira Sans"/>
              </a:defRPr>
            </a:lvl4pPr>
            <a:lvl5pPr marL="2286000" marR="0" lvl="4" indent="-317500" algn="l" rtl="0">
              <a:lnSpc>
                <a:spcPct val="90000"/>
              </a:lnSpc>
              <a:spcBef>
                <a:spcPts val="600"/>
              </a:spcBef>
              <a:spcAft>
                <a:spcPts val="0"/>
              </a:spcAft>
              <a:buClr>
                <a:srgbClr val="58595B"/>
              </a:buClr>
              <a:buSzPts val="1400"/>
              <a:buFont typeface="Noto Sans Symbols"/>
              <a:buChar char="▪"/>
              <a:defRPr sz="1400" b="0" i="0" u="none" strike="noStrike" cap="none">
                <a:solidFill>
                  <a:srgbClr val="58595B"/>
                </a:solidFill>
                <a:latin typeface="Fira Sans"/>
                <a:ea typeface="Fira Sans"/>
                <a:cs typeface="Fira Sans"/>
                <a:sym typeface="Fira Sans"/>
              </a:defRPr>
            </a:lvl5pPr>
            <a:lvl6pPr marL="2743200" marR="0" lvl="5" indent="-317500" algn="l" rtl="0">
              <a:lnSpc>
                <a:spcPct val="90000"/>
              </a:lnSpc>
              <a:spcBef>
                <a:spcPts val="500"/>
              </a:spcBef>
              <a:spcAft>
                <a:spcPts val="0"/>
              </a:spcAft>
              <a:buClr>
                <a:schemeClr val="dk1"/>
              </a:buClr>
              <a:buSzPts val="1400"/>
              <a:buFont typeface="Noto Sans Symbols"/>
              <a:buChar char="▪"/>
              <a:defRPr sz="1400" b="0" i="0" u="none" strike="noStrike" cap="none">
                <a:solidFill>
                  <a:schemeClr val="dk1"/>
                </a:solidFill>
                <a:latin typeface="Fira Sans"/>
                <a:ea typeface="Fira Sans"/>
                <a:cs typeface="Fira Sans"/>
                <a:sym typeface="Fira Sans"/>
              </a:defRPr>
            </a:lvl6pPr>
            <a:lvl7pPr marL="3200400" marR="0" lvl="6" indent="-317500" algn="l" rtl="0">
              <a:lnSpc>
                <a:spcPct val="90000"/>
              </a:lnSpc>
              <a:spcBef>
                <a:spcPts val="500"/>
              </a:spcBef>
              <a:spcAft>
                <a:spcPts val="0"/>
              </a:spcAft>
              <a:buClr>
                <a:schemeClr val="dk1"/>
              </a:buClr>
              <a:buSzPts val="1400"/>
              <a:buFont typeface="Noto Sans Symbols"/>
              <a:buChar char="▪"/>
              <a:defRPr sz="1400" b="0" i="0" u="none" strike="noStrike" cap="none">
                <a:solidFill>
                  <a:schemeClr val="dk1"/>
                </a:solidFill>
                <a:latin typeface="Fira Sans"/>
                <a:ea typeface="Fira Sans"/>
                <a:cs typeface="Fira Sans"/>
                <a:sym typeface="Fira Sans"/>
              </a:defRPr>
            </a:lvl7pPr>
            <a:lvl8pPr marL="3657600" marR="0" lvl="7" indent="-317500" algn="l" rtl="0">
              <a:lnSpc>
                <a:spcPct val="90000"/>
              </a:lnSpc>
              <a:spcBef>
                <a:spcPts val="500"/>
              </a:spcBef>
              <a:spcAft>
                <a:spcPts val="0"/>
              </a:spcAft>
              <a:buClr>
                <a:schemeClr val="dk1"/>
              </a:buClr>
              <a:buSzPts val="1400"/>
              <a:buFont typeface="Noto Sans Symbols"/>
              <a:buChar char="▪"/>
              <a:defRPr sz="1400" b="0" i="0" u="none" strike="noStrike" cap="none">
                <a:solidFill>
                  <a:schemeClr val="dk1"/>
                </a:solidFill>
                <a:latin typeface="Fira Sans"/>
                <a:ea typeface="Fira Sans"/>
                <a:cs typeface="Fira Sans"/>
                <a:sym typeface="Fira Sans"/>
              </a:defRPr>
            </a:lvl8pPr>
            <a:lvl9pPr marL="4114800" marR="0" lvl="8" indent="-317500" algn="l" rtl="0">
              <a:lnSpc>
                <a:spcPct val="90000"/>
              </a:lnSpc>
              <a:spcBef>
                <a:spcPts val="500"/>
              </a:spcBef>
              <a:spcAft>
                <a:spcPts val="0"/>
              </a:spcAft>
              <a:buClr>
                <a:schemeClr val="dk1"/>
              </a:buClr>
              <a:buSzPts val="1400"/>
              <a:buFont typeface="Noto Sans Symbols"/>
              <a:buChar char="▪"/>
              <a:defRPr sz="1400" b="0" i="0" u="none" strike="noStrike" cap="none">
                <a:solidFill>
                  <a:schemeClr val="dk1"/>
                </a:solidFill>
                <a:latin typeface="Fira Sans"/>
                <a:ea typeface="Fira Sans"/>
                <a:cs typeface="Fira Sans"/>
                <a:sym typeface="Fira Sans"/>
              </a:defRPr>
            </a:lvl9pPr>
          </a:lstStyle>
          <a:p>
            <a:endParaRPr/>
          </a:p>
        </p:txBody>
      </p:sp>
      <p:sp>
        <p:nvSpPr>
          <p:cNvPr id="35" name="Google Shape;35;p29"/>
          <p:cNvSpPr txBox="1">
            <a:spLocks noGrp="1"/>
          </p:cNvSpPr>
          <p:nvPr>
            <p:ph type="sldNum" idx="12"/>
          </p:nvPr>
        </p:nvSpPr>
        <p:spPr>
          <a:xfrm>
            <a:off x="11300346" y="6535299"/>
            <a:ext cx="799484"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0" i="0" u="none" strike="noStrike" cap="none">
                <a:solidFill>
                  <a:srgbClr val="58595B"/>
                </a:solidFill>
                <a:latin typeface="Fira Sans"/>
                <a:ea typeface="Fira Sans"/>
                <a:cs typeface="Fira Sans"/>
                <a:sym typeface="Fira Sans"/>
              </a:defRPr>
            </a:lvl1pPr>
            <a:lvl2pPr marL="0" marR="0" lvl="1" indent="0" algn="l" rtl="0">
              <a:lnSpc>
                <a:spcPct val="100000"/>
              </a:lnSpc>
              <a:spcBef>
                <a:spcPts val="0"/>
              </a:spcBef>
              <a:spcAft>
                <a:spcPts val="0"/>
              </a:spcAft>
              <a:buClr>
                <a:srgbClr val="000000"/>
              </a:buClr>
              <a:buSzPts val="1600"/>
              <a:buFont typeface="Arial"/>
              <a:buNone/>
              <a:defRPr sz="1600" b="0" i="0" u="none" strike="noStrike" cap="none">
                <a:solidFill>
                  <a:srgbClr val="58595B"/>
                </a:solidFill>
                <a:latin typeface="Fira Sans"/>
                <a:ea typeface="Fira Sans"/>
                <a:cs typeface="Fira Sans"/>
                <a:sym typeface="Fira Sans"/>
              </a:defRPr>
            </a:lvl2pPr>
            <a:lvl3pPr marL="0" marR="0" lvl="2" indent="0" algn="l" rtl="0">
              <a:lnSpc>
                <a:spcPct val="100000"/>
              </a:lnSpc>
              <a:spcBef>
                <a:spcPts val="0"/>
              </a:spcBef>
              <a:spcAft>
                <a:spcPts val="0"/>
              </a:spcAft>
              <a:buClr>
                <a:srgbClr val="000000"/>
              </a:buClr>
              <a:buSzPts val="1600"/>
              <a:buFont typeface="Arial"/>
              <a:buNone/>
              <a:defRPr sz="1600" b="0" i="0" u="none" strike="noStrike" cap="none">
                <a:solidFill>
                  <a:srgbClr val="58595B"/>
                </a:solidFill>
                <a:latin typeface="Fira Sans"/>
                <a:ea typeface="Fira Sans"/>
                <a:cs typeface="Fira Sans"/>
                <a:sym typeface="Fira Sans"/>
              </a:defRPr>
            </a:lvl3pPr>
            <a:lvl4pPr marL="0" marR="0" lvl="3" indent="0" algn="l" rtl="0">
              <a:lnSpc>
                <a:spcPct val="100000"/>
              </a:lnSpc>
              <a:spcBef>
                <a:spcPts val="0"/>
              </a:spcBef>
              <a:spcAft>
                <a:spcPts val="0"/>
              </a:spcAft>
              <a:buClr>
                <a:srgbClr val="000000"/>
              </a:buClr>
              <a:buSzPts val="1600"/>
              <a:buFont typeface="Arial"/>
              <a:buNone/>
              <a:defRPr sz="1600" b="0" i="0" u="none" strike="noStrike" cap="none">
                <a:solidFill>
                  <a:srgbClr val="58595B"/>
                </a:solidFill>
                <a:latin typeface="Fira Sans"/>
                <a:ea typeface="Fira Sans"/>
                <a:cs typeface="Fira Sans"/>
                <a:sym typeface="Fira Sans"/>
              </a:defRPr>
            </a:lvl4pPr>
            <a:lvl5pPr marL="0" marR="0" lvl="4" indent="0" algn="l" rtl="0">
              <a:lnSpc>
                <a:spcPct val="100000"/>
              </a:lnSpc>
              <a:spcBef>
                <a:spcPts val="0"/>
              </a:spcBef>
              <a:spcAft>
                <a:spcPts val="0"/>
              </a:spcAft>
              <a:buClr>
                <a:srgbClr val="000000"/>
              </a:buClr>
              <a:buSzPts val="1600"/>
              <a:buFont typeface="Arial"/>
              <a:buNone/>
              <a:defRPr sz="1600" b="0" i="0" u="none" strike="noStrike" cap="none">
                <a:solidFill>
                  <a:srgbClr val="58595B"/>
                </a:solidFill>
                <a:latin typeface="Fira Sans"/>
                <a:ea typeface="Fira Sans"/>
                <a:cs typeface="Fira Sans"/>
                <a:sym typeface="Fira Sans"/>
              </a:defRPr>
            </a:lvl5pPr>
            <a:lvl6pPr marL="0" marR="0" lvl="5" indent="0" algn="l" rtl="0">
              <a:lnSpc>
                <a:spcPct val="100000"/>
              </a:lnSpc>
              <a:spcBef>
                <a:spcPts val="0"/>
              </a:spcBef>
              <a:spcAft>
                <a:spcPts val="0"/>
              </a:spcAft>
              <a:buClr>
                <a:srgbClr val="000000"/>
              </a:buClr>
              <a:buSzPts val="1600"/>
              <a:buFont typeface="Arial"/>
              <a:buNone/>
              <a:defRPr sz="1600" b="0" i="0" u="none" strike="noStrike" cap="none">
                <a:solidFill>
                  <a:srgbClr val="58595B"/>
                </a:solidFill>
                <a:latin typeface="Fira Sans"/>
                <a:ea typeface="Fira Sans"/>
                <a:cs typeface="Fira Sans"/>
                <a:sym typeface="Fira Sans"/>
              </a:defRPr>
            </a:lvl6pPr>
            <a:lvl7pPr marL="0" marR="0" lvl="6" indent="0" algn="l" rtl="0">
              <a:lnSpc>
                <a:spcPct val="100000"/>
              </a:lnSpc>
              <a:spcBef>
                <a:spcPts val="0"/>
              </a:spcBef>
              <a:spcAft>
                <a:spcPts val="0"/>
              </a:spcAft>
              <a:buClr>
                <a:srgbClr val="000000"/>
              </a:buClr>
              <a:buSzPts val="1600"/>
              <a:buFont typeface="Arial"/>
              <a:buNone/>
              <a:defRPr sz="1600" b="0" i="0" u="none" strike="noStrike" cap="none">
                <a:solidFill>
                  <a:srgbClr val="58595B"/>
                </a:solidFill>
                <a:latin typeface="Fira Sans"/>
                <a:ea typeface="Fira Sans"/>
                <a:cs typeface="Fira Sans"/>
                <a:sym typeface="Fira Sans"/>
              </a:defRPr>
            </a:lvl7pPr>
            <a:lvl8pPr marL="0" marR="0" lvl="7" indent="0" algn="l" rtl="0">
              <a:lnSpc>
                <a:spcPct val="100000"/>
              </a:lnSpc>
              <a:spcBef>
                <a:spcPts val="0"/>
              </a:spcBef>
              <a:spcAft>
                <a:spcPts val="0"/>
              </a:spcAft>
              <a:buClr>
                <a:srgbClr val="000000"/>
              </a:buClr>
              <a:buSzPts val="1600"/>
              <a:buFont typeface="Arial"/>
              <a:buNone/>
              <a:defRPr sz="1600" b="0" i="0" u="none" strike="noStrike" cap="none">
                <a:solidFill>
                  <a:srgbClr val="58595B"/>
                </a:solidFill>
                <a:latin typeface="Fira Sans"/>
                <a:ea typeface="Fira Sans"/>
                <a:cs typeface="Fira Sans"/>
                <a:sym typeface="Fira Sans"/>
              </a:defRPr>
            </a:lvl8pPr>
            <a:lvl9pPr marL="0" marR="0" lvl="8" indent="0" algn="l" rtl="0">
              <a:lnSpc>
                <a:spcPct val="100000"/>
              </a:lnSpc>
              <a:spcBef>
                <a:spcPts val="0"/>
              </a:spcBef>
              <a:spcAft>
                <a:spcPts val="0"/>
              </a:spcAft>
              <a:buClr>
                <a:srgbClr val="000000"/>
              </a:buClr>
              <a:buSzPts val="1600"/>
              <a:buFont typeface="Arial"/>
              <a:buNone/>
              <a:defRPr sz="1600" b="0" i="0" u="none" strike="noStrike" cap="none">
                <a:solidFill>
                  <a:srgbClr val="58595B"/>
                </a:solidFill>
                <a:latin typeface="Fira Sans"/>
                <a:ea typeface="Fira Sans"/>
                <a:cs typeface="Fira Sans"/>
                <a:sym typeface="Fira Sans"/>
              </a:defRPr>
            </a:lvl9pPr>
          </a:lstStyle>
          <a:p>
            <a:pPr marL="0" lvl="0" indent="0" algn="l" rtl="0">
              <a:spcBef>
                <a:spcPts val="0"/>
              </a:spcBef>
              <a:spcAft>
                <a:spcPts val="0"/>
              </a:spcAft>
              <a:buNone/>
            </a:pPr>
            <a:fld id="{00000000-1234-1234-1234-123412341234}" type="slidenum">
              <a:rPr lang="en-IN"/>
              <a:t>‹#›</a:t>
            </a:fld>
            <a:endParaRPr/>
          </a:p>
        </p:txBody>
      </p:sp>
      <p:sp>
        <p:nvSpPr>
          <p:cNvPr id="36" name="Google Shape;36;p29"/>
          <p:cNvSpPr/>
          <p:nvPr/>
        </p:nvSpPr>
        <p:spPr>
          <a:xfrm>
            <a:off x="0" y="2362200"/>
            <a:ext cx="609600" cy="4495799"/>
          </a:xfrm>
          <a:prstGeom prst="rect">
            <a:avLst/>
          </a:prstGeom>
          <a:solidFill>
            <a:srgbClr val="B7202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Fira Sans"/>
              <a:ea typeface="Fira Sans"/>
              <a:cs typeface="Fira Sans"/>
              <a:sym typeface="Fira Sans"/>
            </a:endParaRPr>
          </a:p>
        </p:txBody>
      </p:sp>
      <p:sp>
        <p:nvSpPr>
          <p:cNvPr id="37" name="Google Shape;37;p29"/>
          <p:cNvSpPr/>
          <p:nvPr/>
        </p:nvSpPr>
        <p:spPr>
          <a:xfrm>
            <a:off x="3810001" y="6553201"/>
            <a:ext cx="2411756" cy="304798"/>
          </a:xfrm>
          <a:prstGeom prst="rect">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Fira Sans"/>
              <a:ea typeface="Fira Sans"/>
              <a:cs typeface="Fira Sans"/>
              <a:sym typeface="Fira Sans"/>
            </a:endParaRPr>
          </a:p>
        </p:txBody>
      </p:sp>
      <p:sp>
        <p:nvSpPr>
          <p:cNvPr id="38" name="Google Shape;38;p29"/>
          <p:cNvSpPr/>
          <p:nvPr/>
        </p:nvSpPr>
        <p:spPr>
          <a:xfrm>
            <a:off x="0" y="6553200"/>
            <a:ext cx="3810000" cy="304799"/>
          </a:xfrm>
          <a:prstGeom prst="rect">
            <a:avLst/>
          </a:prstGeom>
          <a:solidFill>
            <a:srgbClr val="B7202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Fira Sans"/>
              <a:ea typeface="Fira Sans"/>
              <a:cs typeface="Fira Sans"/>
              <a:sym typeface="Fira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7C56A0-93FB-B7E2-B3D9-6ED7667E8B89}"/>
              </a:ext>
            </a:extLst>
          </p:cNvPr>
          <p:cNvSpPr>
            <a:spLocks noGrp="1"/>
          </p:cNvSpPr>
          <p:nvPr>
            <p:ph type="dt" sz="half" idx="10"/>
          </p:nvPr>
        </p:nvSpPr>
        <p:spPr/>
        <p:txBody>
          <a:bodyPr/>
          <a:lstStyle/>
          <a:p>
            <a:fld id="{43745D8A-8816-492E-9D3E-90198047E9D7}" type="datetimeFigureOut">
              <a:rPr lang="en-IN" smtClean="0"/>
              <a:t>23-10-2026</a:t>
            </a:fld>
            <a:endParaRPr lang="en-IN"/>
          </a:p>
        </p:txBody>
      </p:sp>
      <p:sp>
        <p:nvSpPr>
          <p:cNvPr id="3" name="Footer Placeholder 2">
            <a:extLst>
              <a:ext uri="{FF2B5EF4-FFF2-40B4-BE49-F238E27FC236}">
                <a16:creationId xmlns:a16="http://schemas.microsoft.com/office/drawing/2014/main" id="{D51AC270-C07D-8A7D-76ED-582760A4201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F03F0A2-FC09-F481-3169-4B58314BD821}"/>
              </a:ext>
            </a:extLst>
          </p:cNvPr>
          <p:cNvSpPr>
            <a:spLocks noGrp="1"/>
          </p:cNvSpPr>
          <p:nvPr>
            <p:ph type="sldNum" sz="quarter" idx="12"/>
          </p:nvPr>
        </p:nvSpPr>
        <p:spPr/>
        <p:txBody>
          <a:bodyPr/>
          <a:lstStyle/>
          <a:p>
            <a:fld id="{E1CE112F-E153-433A-877E-5C03ACDFD6D1}" type="slidenum">
              <a:rPr lang="en-IN" smtClean="0"/>
              <a:t>‹#›</a:t>
            </a:fld>
            <a:endParaRPr lang="en-IN"/>
          </a:p>
        </p:txBody>
      </p:sp>
    </p:spTree>
    <p:extLst>
      <p:ext uri="{BB962C8B-B14F-4D97-AF65-F5344CB8AC3E}">
        <p14:creationId xmlns:p14="http://schemas.microsoft.com/office/powerpoint/2010/main" val="2705445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1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93550547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
        <p:cNvGrpSpPr/>
        <p:nvPr/>
      </p:nvGrpSpPr>
      <p:grpSpPr>
        <a:xfrm>
          <a:off x="0" y="0"/>
          <a:ext cx="0" cy="0"/>
          <a:chOff x="0" y="0"/>
          <a:chExt cx="0" cy="0"/>
        </a:xfrm>
      </p:grpSpPr>
      <p:sp>
        <p:nvSpPr>
          <p:cNvPr id="10" name="Google Shape;10;p18"/>
          <p:cNvSpPr txBox="1"/>
          <p:nvPr/>
        </p:nvSpPr>
        <p:spPr>
          <a:xfrm>
            <a:off x="6253131" y="6519446"/>
            <a:ext cx="465260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IN" sz="1600" b="0" i="0" u="none" strike="noStrike" cap="none">
                <a:solidFill>
                  <a:srgbClr val="58595B"/>
                </a:solidFill>
                <a:latin typeface="Fira Sans"/>
                <a:ea typeface="Fira Sans"/>
                <a:cs typeface="Fira Sans"/>
                <a:sym typeface="Fira Sans"/>
              </a:rPr>
              <a:t>K J Somaiya Institute of Management, India</a:t>
            </a:r>
            <a:endParaRPr sz="1600" b="0" i="0" u="none" strike="noStrike" cap="none">
              <a:solidFill>
                <a:srgbClr val="58595B"/>
              </a:solidFill>
              <a:latin typeface="Fira Sans"/>
              <a:ea typeface="Fira Sans"/>
              <a:cs typeface="Fira Sans"/>
              <a:sym typeface="Fira Sans"/>
            </a:endParaRPr>
          </a:p>
        </p:txBody>
      </p:sp>
      <p:pic>
        <p:nvPicPr>
          <p:cNvPr id="11" name="Google Shape;11;p18"/>
          <p:cNvPicPr preferRelativeResize="0"/>
          <p:nvPr/>
        </p:nvPicPr>
        <p:blipFill rotWithShape="1">
          <a:blip r:embed="rId7">
            <a:alphaModFix/>
          </a:blip>
          <a:srcRect/>
          <a:stretch/>
        </p:blipFill>
        <p:spPr>
          <a:xfrm>
            <a:off x="9538722" y="193931"/>
            <a:ext cx="2577078" cy="644269"/>
          </a:xfrm>
          <a:prstGeom prst="rect">
            <a:avLst/>
          </a:prstGeom>
          <a:noFill/>
          <a:ln>
            <a:noFill/>
          </a:ln>
        </p:spPr>
      </p:pic>
      <p:sp>
        <p:nvSpPr>
          <p:cNvPr id="12" name="Google Shape;12;p18"/>
          <p:cNvSpPr/>
          <p:nvPr/>
        </p:nvSpPr>
        <p:spPr>
          <a:xfrm>
            <a:off x="0" y="2362200"/>
            <a:ext cx="609600" cy="4495799"/>
          </a:xfrm>
          <a:prstGeom prst="rect">
            <a:avLst/>
          </a:prstGeom>
          <a:solidFill>
            <a:srgbClr val="B7202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Fira Sans"/>
              <a:ea typeface="Fira Sans"/>
              <a:cs typeface="Fira Sans"/>
              <a:sym typeface="Fira Sans"/>
            </a:endParaRPr>
          </a:p>
        </p:txBody>
      </p:sp>
      <p:sp>
        <p:nvSpPr>
          <p:cNvPr id="13" name="Google Shape;13;p18"/>
          <p:cNvSpPr/>
          <p:nvPr/>
        </p:nvSpPr>
        <p:spPr>
          <a:xfrm>
            <a:off x="3810001" y="6553201"/>
            <a:ext cx="2411756" cy="304798"/>
          </a:xfrm>
          <a:prstGeom prst="rect">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Fira Sans"/>
              <a:ea typeface="Fira Sans"/>
              <a:cs typeface="Fira Sans"/>
              <a:sym typeface="Fira Sans"/>
            </a:endParaRPr>
          </a:p>
        </p:txBody>
      </p:sp>
      <p:sp>
        <p:nvSpPr>
          <p:cNvPr id="14" name="Google Shape;14;p18"/>
          <p:cNvSpPr/>
          <p:nvPr/>
        </p:nvSpPr>
        <p:spPr>
          <a:xfrm>
            <a:off x="0" y="6553200"/>
            <a:ext cx="3810000" cy="304799"/>
          </a:xfrm>
          <a:prstGeom prst="rect">
            <a:avLst/>
          </a:prstGeom>
          <a:solidFill>
            <a:srgbClr val="B7202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Fira Sans"/>
              <a:ea typeface="Fira Sans"/>
              <a:cs typeface="Fira Sans"/>
              <a:sym typeface="Fira Sans"/>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4.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png"/><Relationship Id="rId9" Type="http://schemas.openxmlformats.org/officeDocument/2006/relationships/image" Target="../media/image13.sv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6.png"/><Relationship Id="rId7"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jp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a:extLst>
            <a:ext uri="{FF2B5EF4-FFF2-40B4-BE49-F238E27FC236}">
              <a16:creationId xmlns:a16="http://schemas.microsoft.com/office/drawing/2014/main" id="{6ED7A014-12EB-408B-C935-1008CF759BB8}"/>
            </a:ext>
          </a:extLst>
        </p:cNvPr>
        <p:cNvGrpSpPr/>
        <p:nvPr/>
      </p:nvGrpSpPr>
      <p:grpSpPr>
        <a:xfrm>
          <a:off x="0" y="0"/>
          <a:ext cx="0" cy="0"/>
          <a:chOff x="0" y="0"/>
          <a:chExt cx="0" cy="0"/>
        </a:xfrm>
      </p:grpSpPr>
      <p:pic>
        <p:nvPicPr>
          <p:cNvPr id="135" name="Google Shape;135;p32">
            <a:extLst>
              <a:ext uri="{FF2B5EF4-FFF2-40B4-BE49-F238E27FC236}">
                <a16:creationId xmlns:a16="http://schemas.microsoft.com/office/drawing/2014/main" id="{2308818E-0933-D16C-E419-26BBB397B065}"/>
              </a:ext>
            </a:extLst>
          </p:cNvPr>
          <p:cNvPicPr preferRelativeResize="0"/>
          <p:nvPr/>
        </p:nvPicPr>
        <p:blipFill rotWithShape="1">
          <a:blip r:embed="rId3">
            <a:alphaModFix/>
          </a:blip>
          <a:srcRect/>
          <a:stretch/>
        </p:blipFill>
        <p:spPr>
          <a:xfrm>
            <a:off x="152400" y="209550"/>
            <a:ext cx="1636889" cy="552450"/>
          </a:xfrm>
          <a:prstGeom prst="rect">
            <a:avLst/>
          </a:prstGeom>
          <a:noFill/>
          <a:ln>
            <a:noFill/>
          </a:ln>
        </p:spPr>
      </p:pic>
      <p:sp>
        <p:nvSpPr>
          <p:cNvPr id="3" name="TextBox 2">
            <a:extLst>
              <a:ext uri="{FF2B5EF4-FFF2-40B4-BE49-F238E27FC236}">
                <a16:creationId xmlns:a16="http://schemas.microsoft.com/office/drawing/2014/main" id="{7EC68129-1505-2F49-0C55-32F8E9DE3EB6}"/>
              </a:ext>
            </a:extLst>
          </p:cNvPr>
          <p:cNvSpPr txBox="1"/>
          <p:nvPr/>
        </p:nvSpPr>
        <p:spPr>
          <a:xfrm>
            <a:off x="1725929" y="1554852"/>
            <a:ext cx="8552476" cy="1815882"/>
          </a:xfrm>
          <a:prstGeom prst="rect">
            <a:avLst/>
          </a:prstGeom>
          <a:noFill/>
        </p:spPr>
        <p:txBody>
          <a:bodyPr wrap="square">
            <a:spAutoFit/>
          </a:bodyPr>
          <a:lstStyle/>
          <a:p>
            <a:pPr algn="ctr"/>
            <a:r>
              <a:rPr lang="en-IN" sz="2800" b="1" dirty="0">
                <a:solidFill>
                  <a:srgbClr val="7030A0"/>
                </a:solidFill>
                <a:latin typeface="Agency FB" panose="020B0503020202020204" pitchFamily="34" charset="0"/>
              </a:rPr>
              <a:t>AI-Enhanced Personalized Healing Environments</a:t>
            </a:r>
            <a:endParaRPr lang="en-IN" sz="2800" dirty="0">
              <a:solidFill>
                <a:srgbClr val="7030A0"/>
              </a:solidFill>
              <a:latin typeface="Agency FB" panose="020B0503020202020204" pitchFamily="34" charset="0"/>
            </a:endParaRPr>
          </a:p>
          <a:p>
            <a:pPr algn="ctr"/>
            <a:r>
              <a:rPr lang="en-IN" sz="2800" b="1" dirty="0">
                <a:solidFill>
                  <a:srgbClr val="7030A0"/>
                </a:solidFill>
                <a:latin typeface="Agency FB" panose="020B0503020202020204" pitchFamily="34" charset="0"/>
              </a:rPr>
              <a:t>Using Ayurvedic Principles</a:t>
            </a:r>
          </a:p>
          <a:p>
            <a:pPr algn="ctr"/>
            <a:endParaRPr lang="en-IN" sz="2800" dirty="0">
              <a:solidFill>
                <a:srgbClr val="7030A0"/>
              </a:solidFill>
              <a:latin typeface="Agency FB" panose="020B0503020202020204" pitchFamily="34" charset="0"/>
            </a:endParaRPr>
          </a:p>
          <a:p>
            <a:pPr algn="ctr"/>
            <a:r>
              <a:rPr lang="en-IN" sz="2800" i="1" dirty="0">
                <a:solidFill>
                  <a:srgbClr val="7030A0"/>
                </a:solidFill>
                <a:latin typeface="Agency FB" panose="020B0503020202020204" pitchFamily="34" charset="0"/>
              </a:rPr>
              <a:t>Prakriti </a:t>
            </a:r>
            <a:r>
              <a:rPr lang="en-IN" sz="2800" i="1" dirty="0" err="1">
                <a:solidFill>
                  <a:srgbClr val="7030A0"/>
                </a:solidFill>
                <a:latin typeface="Agency FB" panose="020B0503020202020204" pitchFamily="34" charset="0"/>
              </a:rPr>
              <a:t>Ayursensora</a:t>
            </a:r>
            <a:r>
              <a:rPr lang="en-IN" sz="2800" i="1" dirty="0">
                <a:solidFill>
                  <a:srgbClr val="7030A0"/>
                </a:solidFill>
                <a:latin typeface="Agency FB" panose="020B0503020202020204" pitchFamily="34" charset="0"/>
              </a:rPr>
              <a:t> — Smart Aroma &amp; Healing Environment System</a:t>
            </a:r>
            <a:endParaRPr lang="en-IN" sz="2800" dirty="0">
              <a:solidFill>
                <a:srgbClr val="7030A0"/>
              </a:solidFill>
              <a:latin typeface="Agency FB" panose="020B0503020202020204" pitchFamily="34" charset="0"/>
            </a:endParaRPr>
          </a:p>
        </p:txBody>
      </p:sp>
      <p:sp>
        <p:nvSpPr>
          <p:cNvPr id="4" name="TextBox 3">
            <a:extLst>
              <a:ext uri="{FF2B5EF4-FFF2-40B4-BE49-F238E27FC236}">
                <a16:creationId xmlns:a16="http://schemas.microsoft.com/office/drawing/2014/main" id="{D0C4BB66-22B0-1CCF-0781-1B4C29BB44AD}"/>
              </a:ext>
            </a:extLst>
          </p:cNvPr>
          <p:cNvSpPr txBox="1"/>
          <p:nvPr/>
        </p:nvSpPr>
        <p:spPr>
          <a:xfrm>
            <a:off x="2954740" y="3429000"/>
            <a:ext cx="6608646" cy="2015936"/>
          </a:xfrm>
          <a:prstGeom prst="rect">
            <a:avLst/>
          </a:prstGeom>
          <a:noFill/>
        </p:spPr>
        <p:txBody>
          <a:bodyPr wrap="square">
            <a:spAutoFit/>
          </a:bodyPr>
          <a:lstStyle/>
          <a:p>
            <a:pPr algn="ctr">
              <a:spcBef>
                <a:spcPts val="300"/>
              </a:spcBef>
              <a:spcAft>
                <a:spcPts val="200"/>
              </a:spcAft>
              <a:buNone/>
            </a:pPr>
            <a:r>
              <a:rPr lang="en-IN" sz="2000" dirty="0">
                <a:solidFill>
                  <a:srgbClr val="555577"/>
                </a:solidFill>
                <a:effectLst/>
                <a:latin typeface="Agency FB" panose="020B0503020202020204" pitchFamily="34" charset="0"/>
                <a:ea typeface="Arial" panose="020B0604020202020204" pitchFamily="34" charset="0"/>
              </a:rPr>
              <a:t>Submitted by:</a:t>
            </a:r>
            <a:endParaRPr lang="en-IN" sz="2000" dirty="0">
              <a:solidFill>
                <a:srgbClr val="1A1A2E"/>
              </a:solidFill>
              <a:effectLst/>
              <a:latin typeface="Agency FB" panose="020B0503020202020204" pitchFamily="34" charset="0"/>
              <a:ea typeface="Arial" panose="020B0604020202020204" pitchFamily="34" charset="0"/>
            </a:endParaRPr>
          </a:p>
          <a:p>
            <a:pPr algn="ctr">
              <a:spcBef>
                <a:spcPts val="100"/>
              </a:spcBef>
              <a:spcAft>
                <a:spcPts val="100"/>
              </a:spcAft>
              <a:buNone/>
            </a:pPr>
            <a:r>
              <a:rPr lang="en-IN" sz="2000" b="1" dirty="0">
                <a:solidFill>
                  <a:srgbClr val="1A1A2E"/>
                </a:solidFill>
                <a:effectLst/>
                <a:latin typeface="Agency FB" panose="020B0503020202020204" pitchFamily="34" charset="0"/>
                <a:ea typeface="Arial" panose="020B0604020202020204" pitchFamily="34" charset="0"/>
              </a:rPr>
              <a:t>Dr. Krantee M. Jamdaade  |  Dr. Harshali Y. Patil  |  Dr. Ninad D. Mehendale</a:t>
            </a:r>
            <a:endParaRPr lang="en-IN" sz="2000" dirty="0">
              <a:solidFill>
                <a:srgbClr val="1A1A2E"/>
              </a:solidFill>
              <a:effectLst/>
              <a:latin typeface="Agency FB" panose="020B0503020202020204" pitchFamily="34" charset="0"/>
              <a:ea typeface="Arial" panose="020B0604020202020204" pitchFamily="34" charset="0"/>
            </a:endParaRPr>
          </a:p>
          <a:p>
            <a:pPr algn="ctr">
              <a:spcBef>
                <a:spcPts val="100"/>
              </a:spcBef>
              <a:spcAft>
                <a:spcPts val="100"/>
              </a:spcAft>
              <a:buNone/>
            </a:pPr>
            <a:r>
              <a:rPr lang="en-IN" sz="2000" dirty="0">
                <a:solidFill>
                  <a:srgbClr val="555577"/>
                </a:solidFill>
                <a:effectLst/>
                <a:latin typeface="Agency FB" panose="020B0503020202020204" pitchFamily="34" charset="0"/>
                <a:ea typeface="Arial" panose="020B0604020202020204" pitchFamily="34" charset="0"/>
              </a:rPr>
              <a:t>KJSIM  |  SSBAS  |  KJSSE</a:t>
            </a:r>
            <a:endParaRPr lang="en-IN" sz="2000" dirty="0">
              <a:solidFill>
                <a:srgbClr val="1A1A2E"/>
              </a:solidFill>
              <a:effectLst/>
              <a:latin typeface="Agency FB" panose="020B0503020202020204" pitchFamily="34" charset="0"/>
              <a:ea typeface="Arial" panose="020B0604020202020204" pitchFamily="34" charset="0"/>
            </a:endParaRPr>
          </a:p>
          <a:p>
            <a:pPr>
              <a:buNone/>
            </a:pPr>
            <a:r>
              <a:rPr lang="en-IN" sz="2000" dirty="0">
                <a:solidFill>
                  <a:srgbClr val="1A1A2E"/>
                </a:solidFill>
                <a:effectLst/>
                <a:latin typeface="Agency FB" panose="020B0503020202020204" pitchFamily="34" charset="0"/>
                <a:ea typeface="Arial" panose="020B0604020202020204" pitchFamily="34" charset="0"/>
              </a:rPr>
              <a:t> </a:t>
            </a:r>
          </a:p>
          <a:p>
            <a:pPr algn="ctr">
              <a:buNone/>
            </a:pPr>
            <a:r>
              <a:rPr lang="en-IN" sz="2000" dirty="0">
                <a:solidFill>
                  <a:srgbClr val="1A1A2E"/>
                </a:solidFill>
                <a:effectLst/>
                <a:latin typeface="Agency FB" panose="020B0503020202020204" pitchFamily="34" charset="0"/>
                <a:ea typeface="Arial" panose="020B0604020202020204" pitchFamily="34" charset="0"/>
              </a:rPr>
              <a:t> </a:t>
            </a:r>
            <a:endParaRPr lang="en-IN" sz="2000" dirty="0">
              <a:effectLst/>
              <a:latin typeface="Agency FB" panose="020B0503020202020204" pitchFamily="34" charset="0"/>
            </a:endParaRPr>
          </a:p>
          <a:p>
            <a:pPr>
              <a:buNone/>
            </a:pPr>
            <a:r>
              <a:rPr lang="en-IN" sz="2000" dirty="0">
                <a:solidFill>
                  <a:srgbClr val="1A1A2E"/>
                </a:solidFill>
                <a:effectLst/>
                <a:latin typeface="Agency FB" panose="020B0503020202020204" pitchFamily="34" charset="0"/>
                <a:ea typeface="Arial" panose="020B0604020202020204" pitchFamily="34" charset="0"/>
              </a:rPr>
              <a:t> </a:t>
            </a:r>
          </a:p>
        </p:txBody>
      </p:sp>
    </p:spTree>
    <p:extLst>
      <p:ext uri="{BB962C8B-B14F-4D97-AF65-F5344CB8AC3E}">
        <p14:creationId xmlns:p14="http://schemas.microsoft.com/office/powerpoint/2010/main" val="10389798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4">
          <a:extLst>
            <a:ext uri="{FF2B5EF4-FFF2-40B4-BE49-F238E27FC236}">
              <a16:creationId xmlns:a16="http://schemas.microsoft.com/office/drawing/2014/main" id="{81900FCC-A922-9265-0AC6-FED250A54714}"/>
            </a:ext>
          </a:extLst>
        </p:cNvPr>
        <p:cNvGrpSpPr/>
        <p:nvPr/>
      </p:nvGrpSpPr>
      <p:grpSpPr>
        <a:xfrm>
          <a:off x="0" y="0"/>
          <a:ext cx="0" cy="0"/>
          <a:chOff x="0" y="0"/>
          <a:chExt cx="0" cy="0"/>
        </a:xfrm>
      </p:grpSpPr>
      <p:sp>
        <p:nvSpPr>
          <p:cNvPr id="85" name="Google Shape;85;p31">
            <a:extLst>
              <a:ext uri="{FF2B5EF4-FFF2-40B4-BE49-F238E27FC236}">
                <a16:creationId xmlns:a16="http://schemas.microsoft.com/office/drawing/2014/main" id="{A223E387-5552-2B65-CE7D-BBA7ECC962E0}"/>
              </a:ext>
            </a:extLst>
          </p:cNvPr>
          <p:cNvSpPr txBox="1">
            <a:spLocks noGrp="1"/>
          </p:cNvSpPr>
          <p:nvPr>
            <p:ph type="sldNum" idx="12"/>
          </p:nvPr>
        </p:nvSpPr>
        <p:spPr>
          <a:xfrm>
            <a:off x="11669127" y="6400800"/>
            <a:ext cx="404190" cy="381000"/>
          </a:xfrm>
          <a:prstGeom prst="rect">
            <a:avLst/>
          </a:prstGeom>
          <a:solidFill>
            <a:srgbClr val="F8A2A6"/>
          </a:solidFill>
          <a:ln w="19050" cap="flat" cmpd="sng">
            <a:solidFill>
              <a:srgbClr val="B7202E"/>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400"/>
              <a:buNone/>
            </a:pPr>
            <a:r>
              <a:rPr lang="en-IN" sz="2400">
                <a:solidFill>
                  <a:schemeClr val="lt2"/>
                </a:solidFill>
                <a:latin typeface="Agency FB" panose="020B0503020202020204" pitchFamily="34" charset="0"/>
                <a:ea typeface="Teko"/>
                <a:cs typeface="Teko"/>
                <a:sym typeface="Teko"/>
              </a:rPr>
              <a:t>1</a:t>
            </a:r>
            <a:endParaRPr>
              <a:latin typeface="Agency FB" panose="020B0503020202020204" pitchFamily="34" charset="0"/>
              <a:ea typeface="Teko"/>
              <a:cs typeface="Teko"/>
              <a:sym typeface="Teko"/>
            </a:endParaRPr>
          </a:p>
        </p:txBody>
      </p:sp>
      <p:sp>
        <p:nvSpPr>
          <p:cNvPr id="86" name="Google Shape;86;p31">
            <a:extLst>
              <a:ext uri="{FF2B5EF4-FFF2-40B4-BE49-F238E27FC236}">
                <a16:creationId xmlns:a16="http://schemas.microsoft.com/office/drawing/2014/main" id="{197C48E0-E004-F6FA-F74C-EB900DB789CF}"/>
              </a:ext>
            </a:extLst>
          </p:cNvPr>
          <p:cNvSpPr/>
          <p:nvPr/>
        </p:nvSpPr>
        <p:spPr>
          <a:xfrm>
            <a:off x="4198290" y="2480808"/>
            <a:ext cx="1272208" cy="828528"/>
          </a:xfrm>
          <a:prstGeom prst="round2SameRect">
            <a:avLst>
              <a:gd name="adj1" fmla="val 16667"/>
              <a:gd name="adj2" fmla="val 0"/>
            </a:avLst>
          </a:prstGeom>
          <a:solidFill>
            <a:srgbClr val="FFF4CC"/>
          </a:solidFill>
          <a:ln w="25400" cap="flat" cmpd="sng">
            <a:solidFill>
              <a:srgbClr val="3366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gency FB" panose="020B0503020202020204" pitchFamily="34" charset="0"/>
              <a:sym typeface="Arial"/>
            </a:endParaRPr>
          </a:p>
        </p:txBody>
      </p:sp>
      <p:sp>
        <p:nvSpPr>
          <p:cNvPr id="87" name="Google Shape;87;p31">
            <a:extLst>
              <a:ext uri="{FF2B5EF4-FFF2-40B4-BE49-F238E27FC236}">
                <a16:creationId xmlns:a16="http://schemas.microsoft.com/office/drawing/2014/main" id="{DA00BE78-9635-2599-A77F-AB847C1A9069}"/>
              </a:ext>
            </a:extLst>
          </p:cNvPr>
          <p:cNvSpPr/>
          <p:nvPr/>
        </p:nvSpPr>
        <p:spPr>
          <a:xfrm>
            <a:off x="4460688" y="2934026"/>
            <a:ext cx="45719" cy="63610"/>
          </a:xfrm>
          <a:prstGeom prst="ellipse">
            <a:avLst/>
          </a:prstGeom>
          <a:solidFill>
            <a:srgbClr val="336600"/>
          </a:solidFill>
          <a:ln w="25400" cap="flat" cmpd="sng">
            <a:solidFill>
              <a:srgbClr val="3366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gency FB" panose="020B0503020202020204" pitchFamily="34" charset="0"/>
              <a:sym typeface="Arial"/>
            </a:endParaRPr>
          </a:p>
        </p:txBody>
      </p:sp>
      <p:sp>
        <p:nvSpPr>
          <p:cNvPr id="88" name="Google Shape;88;p31">
            <a:extLst>
              <a:ext uri="{FF2B5EF4-FFF2-40B4-BE49-F238E27FC236}">
                <a16:creationId xmlns:a16="http://schemas.microsoft.com/office/drawing/2014/main" id="{2D73F343-85CA-7C65-B805-D379DE65D8F5}"/>
              </a:ext>
            </a:extLst>
          </p:cNvPr>
          <p:cNvSpPr/>
          <p:nvPr/>
        </p:nvSpPr>
        <p:spPr>
          <a:xfrm>
            <a:off x="4597186" y="2935353"/>
            <a:ext cx="45719" cy="63610"/>
          </a:xfrm>
          <a:prstGeom prst="ellipse">
            <a:avLst/>
          </a:prstGeom>
          <a:solidFill>
            <a:srgbClr val="336600"/>
          </a:solidFill>
          <a:ln w="25400" cap="flat" cmpd="sng">
            <a:solidFill>
              <a:srgbClr val="3366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gency FB" panose="020B0503020202020204" pitchFamily="34" charset="0"/>
              <a:sym typeface="Arial"/>
            </a:endParaRPr>
          </a:p>
        </p:txBody>
      </p:sp>
      <p:sp>
        <p:nvSpPr>
          <p:cNvPr id="89" name="Google Shape;89;p31">
            <a:extLst>
              <a:ext uri="{FF2B5EF4-FFF2-40B4-BE49-F238E27FC236}">
                <a16:creationId xmlns:a16="http://schemas.microsoft.com/office/drawing/2014/main" id="{1DB45962-1F5F-723F-F4BE-04F448510EB6}"/>
              </a:ext>
            </a:extLst>
          </p:cNvPr>
          <p:cNvSpPr/>
          <p:nvPr/>
        </p:nvSpPr>
        <p:spPr>
          <a:xfrm>
            <a:off x="4749586" y="2936684"/>
            <a:ext cx="45719" cy="63610"/>
          </a:xfrm>
          <a:prstGeom prst="ellipse">
            <a:avLst/>
          </a:prstGeom>
          <a:solidFill>
            <a:srgbClr val="336600"/>
          </a:solidFill>
          <a:ln w="25400" cap="flat" cmpd="sng">
            <a:solidFill>
              <a:srgbClr val="3366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gency FB" panose="020B0503020202020204" pitchFamily="34" charset="0"/>
              <a:sym typeface="Arial"/>
            </a:endParaRPr>
          </a:p>
        </p:txBody>
      </p:sp>
      <p:sp>
        <p:nvSpPr>
          <p:cNvPr id="90" name="Google Shape;90;p31">
            <a:extLst>
              <a:ext uri="{FF2B5EF4-FFF2-40B4-BE49-F238E27FC236}">
                <a16:creationId xmlns:a16="http://schemas.microsoft.com/office/drawing/2014/main" id="{81D3993E-1703-4F99-14D2-0E4DE157E3BB}"/>
              </a:ext>
            </a:extLst>
          </p:cNvPr>
          <p:cNvSpPr/>
          <p:nvPr/>
        </p:nvSpPr>
        <p:spPr>
          <a:xfrm>
            <a:off x="4899335" y="2935357"/>
            <a:ext cx="45719" cy="63610"/>
          </a:xfrm>
          <a:prstGeom prst="ellipse">
            <a:avLst/>
          </a:prstGeom>
          <a:solidFill>
            <a:srgbClr val="336600"/>
          </a:solidFill>
          <a:ln w="25400" cap="flat" cmpd="sng">
            <a:solidFill>
              <a:srgbClr val="3366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gency FB" panose="020B0503020202020204" pitchFamily="34" charset="0"/>
              <a:sym typeface="Arial"/>
            </a:endParaRPr>
          </a:p>
        </p:txBody>
      </p:sp>
      <p:sp>
        <p:nvSpPr>
          <p:cNvPr id="91" name="Google Shape;91;p31">
            <a:extLst>
              <a:ext uri="{FF2B5EF4-FFF2-40B4-BE49-F238E27FC236}">
                <a16:creationId xmlns:a16="http://schemas.microsoft.com/office/drawing/2014/main" id="{B828D9D7-4374-EF87-F394-005262667F0B}"/>
              </a:ext>
            </a:extLst>
          </p:cNvPr>
          <p:cNvSpPr/>
          <p:nvPr/>
        </p:nvSpPr>
        <p:spPr>
          <a:xfrm>
            <a:off x="5035833" y="2936684"/>
            <a:ext cx="45719" cy="63610"/>
          </a:xfrm>
          <a:prstGeom prst="ellipse">
            <a:avLst/>
          </a:prstGeom>
          <a:solidFill>
            <a:srgbClr val="336600"/>
          </a:solidFill>
          <a:ln w="25400" cap="flat" cmpd="sng">
            <a:solidFill>
              <a:srgbClr val="3366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gency FB" panose="020B0503020202020204" pitchFamily="34" charset="0"/>
              <a:sym typeface="Arial"/>
            </a:endParaRPr>
          </a:p>
        </p:txBody>
      </p:sp>
      <p:sp>
        <p:nvSpPr>
          <p:cNvPr id="92" name="Google Shape;92;p31">
            <a:extLst>
              <a:ext uri="{FF2B5EF4-FFF2-40B4-BE49-F238E27FC236}">
                <a16:creationId xmlns:a16="http://schemas.microsoft.com/office/drawing/2014/main" id="{76C79C4A-1FCA-29D4-3367-F4970A6FC359}"/>
              </a:ext>
            </a:extLst>
          </p:cNvPr>
          <p:cNvSpPr/>
          <p:nvPr/>
        </p:nvSpPr>
        <p:spPr>
          <a:xfrm>
            <a:off x="5188233" y="2938015"/>
            <a:ext cx="45719" cy="63610"/>
          </a:xfrm>
          <a:prstGeom prst="ellipse">
            <a:avLst/>
          </a:prstGeom>
          <a:solidFill>
            <a:srgbClr val="336600"/>
          </a:solidFill>
          <a:ln w="25400" cap="flat" cmpd="sng">
            <a:solidFill>
              <a:srgbClr val="3366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gency FB" panose="020B0503020202020204" pitchFamily="34" charset="0"/>
              <a:sym typeface="Arial"/>
            </a:endParaRPr>
          </a:p>
        </p:txBody>
      </p:sp>
      <p:sp>
        <p:nvSpPr>
          <p:cNvPr id="93" name="Google Shape;93;p31">
            <a:extLst>
              <a:ext uri="{FF2B5EF4-FFF2-40B4-BE49-F238E27FC236}">
                <a16:creationId xmlns:a16="http://schemas.microsoft.com/office/drawing/2014/main" id="{1705F55B-3601-C2FA-3CA2-76A9B58A70FE}"/>
              </a:ext>
            </a:extLst>
          </p:cNvPr>
          <p:cNvSpPr/>
          <p:nvPr/>
        </p:nvSpPr>
        <p:spPr>
          <a:xfrm>
            <a:off x="4791570" y="2583009"/>
            <a:ext cx="103367" cy="122391"/>
          </a:xfrm>
          <a:prstGeom prst="ellipse">
            <a:avLst/>
          </a:prstGeom>
          <a:solidFill>
            <a:srgbClr val="CAC3CA"/>
          </a:solidFill>
          <a:ln w="25400" cap="flat" cmpd="sng">
            <a:solidFill>
              <a:srgbClr val="3366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gency FB" panose="020B0503020202020204" pitchFamily="34" charset="0"/>
              <a:sym typeface="Arial"/>
            </a:endParaRPr>
          </a:p>
        </p:txBody>
      </p:sp>
      <p:sp>
        <p:nvSpPr>
          <p:cNvPr id="94" name="Google Shape;94;p31">
            <a:extLst>
              <a:ext uri="{FF2B5EF4-FFF2-40B4-BE49-F238E27FC236}">
                <a16:creationId xmlns:a16="http://schemas.microsoft.com/office/drawing/2014/main" id="{5D86702C-69CD-745C-3BBA-E0C5989BC4DC}"/>
              </a:ext>
            </a:extLst>
          </p:cNvPr>
          <p:cNvSpPr/>
          <p:nvPr/>
        </p:nvSpPr>
        <p:spPr>
          <a:xfrm>
            <a:off x="4728623" y="2523639"/>
            <a:ext cx="221311" cy="245441"/>
          </a:xfrm>
          <a:prstGeom prst="ellipse">
            <a:avLst/>
          </a:prstGeom>
          <a:noFill/>
          <a:ln w="25400" cap="flat" cmpd="sng">
            <a:solidFill>
              <a:srgbClr val="3366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gency FB" panose="020B0503020202020204" pitchFamily="34" charset="0"/>
              <a:sym typeface="Arial"/>
            </a:endParaRPr>
          </a:p>
        </p:txBody>
      </p:sp>
      <p:cxnSp>
        <p:nvCxnSpPr>
          <p:cNvPr id="95" name="Google Shape;95;p31">
            <a:extLst>
              <a:ext uri="{FF2B5EF4-FFF2-40B4-BE49-F238E27FC236}">
                <a16:creationId xmlns:a16="http://schemas.microsoft.com/office/drawing/2014/main" id="{BFAE1B94-DA66-3B65-D0A2-295808CDA4BB}"/>
              </a:ext>
            </a:extLst>
          </p:cNvPr>
          <p:cNvCxnSpPr>
            <a:stCxn id="94" idx="2"/>
          </p:cNvCxnSpPr>
          <p:nvPr/>
        </p:nvCxnSpPr>
        <p:spPr>
          <a:xfrm rot="10800000">
            <a:off x="3508823" y="2541960"/>
            <a:ext cx="1219800" cy="104400"/>
          </a:xfrm>
          <a:prstGeom prst="straightConnector1">
            <a:avLst/>
          </a:prstGeom>
          <a:noFill/>
          <a:ln w="9525" cap="flat" cmpd="sng">
            <a:solidFill>
              <a:srgbClr val="B51B28"/>
            </a:solidFill>
            <a:prstDash val="solid"/>
            <a:round/>
            <a:headEnd type="none" w="sm" len="sm"/>
            <a:tailEnd type="triangle" w="med" len="med"/>
          </a:ln>
        </p:spPr>
      </p:cxnSp>
      <p:sp>
        <p:nvSpPr>
          <p:cNvPr id="96" name="Google Shape;96;p31">
            <a:extLst>
              <a:ext uri="{FF2B5EF4-FFF2-40B4-BE49-F238E27FC236}">
                <a16:creationId xmlns:a16="http://schemas.microsoft.com/office/drawing/2014/main" id="{6EAD98EF-5A3C-9F8A-689B-0C56B5CBAB79}"/>
              </a:ext>
            </a:extLst>
          </p:cNvPr>
          <p:cNvSpPr txBox="1"/>
          <p:nvPr/>
        </p:nvSpPr>
        <p:spPr>
          <a:xfrm>
            <a:off x="2386643" y="2309470"/>
            <a:ext cx="1536255"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000000"/>
                </a:solidFill>
                <a:latin typeface="Agency FB" panose="020B0503020202020204" pitchFamily="34" charset="0"/>
                <a:ea typeface="Teko"/>
                <a:cs typeface="Teko"/>
                <a:sym typeface="Teko"/>
              </a:rPr>
              <a:t>Projector to project scenery</a:t>
            </a:r>
            <a:endParaRPr sz="2000" b="0" i="0" u="none" strike="noStrike" cap="none">
              <a:solidFill>
                <a:srgbClr val="000000"/>
              </a:solidFill>
              <a:latin typeface="Agency FB" panose="020B0503020202020204" pitchFamily="34" charset="0"/>
              <a:ea typeface="Teko"/>
              <a:cs typeface="Teko"/>
              <a:sym typeface="Teko"/>
            </a:endParaRPr>
          </a:p>
        </p:txBody>
      </p:sp>
      <p:cxnSp>
        <p:nvCxnSpPr>
          <p:cNvPr id="97" name="Google Shape;97;p31">
            <a:extLst>
              <a:ext uri="{FF2B5EF4-FFF2-40B4-BE49-F238E27FC236}">
                <a16:creationId xmlns:a16="http://schemas.microsoft.com/office/drawing/2014/main" id="{EBFA123F-DD0B-A0A6-9FCC-785A7157089A}"/>
              </a:ext>
            </a:extLst>
          </p:cNvPr>
          <p:cNvCxnSpPr>
            <a:stCxn id="91" idx="0"/>
          </p:cNvCxnSpPr>
          <p:nvPr/>
        </p:nvCxnSpPr>
        <p:spPr>
          <a:xfrm rot="10800000" flipH="1">
            <a:off x="5058693" y="1884584"/>
            <a:ext cx="411900" cy="1052100"/>
          </a:xfrm>
          <a:prstGeom prst="straightConnector1">
            <a:avLst/>
          </a:prstGeom>
          <a:noFill/>
          <a:ln w="9525" cap="flat" cmpd="sng">
            <a:solidFill>
              <a:srgbClr val="B51B28"/>
            </a:solidFill>
            <a:prstDash val="solid"/>
            <a:round/>
            <a:headEnd type="none" w="sm" len="sm"/>
            <a:tailEnd type="triangle" w="med" len="med"/>
          </a:ln>
        </p:spPr>
      </p:cxnSp>
      <p:cxnSp>
        <p:nvCxnSpPr>
          <p:cNvPr id="98" name="Google Shape;98;p31">
            <a:extLst>
              <a:ext uri="{FF2B5EF4-FFF2-40B4-BE49-F238E27FC236}">
                <a16:creationId xmlns:a16="http://schemas.microsoft.com/office/drawing/2014/main" id="{F04D642A-3C49-8CB7-D229-79F5C7905E06}"/>
              </a:ext>
            </a:extLst>
          </p:cNvPr>
          <p:cNvCxnSpPr>
            <a:stCxn id="88" idx="1"/>
          </p:cNvCxnSpPr>
          <p:nvPr/>
        </p:nvCxnSpPr>
        <p:spPr>
          <a:xfrm rot="10800000" flipH="1">
            <a:off x="4603881" y="1955268"/>
            <a:ext cx="797100" cy="989400"/>
          </a:xfrm>
          <a:prstGeom prst="straightConnector1">
            <a:avLst/>
          </a:prstGeom>
          <a:noFill/>
          <a:ln w="9525" cap="flat" cmpd="sng">
            <a:solidFill>
              <a:srgbClr val="B51B28"/>
            </a:solidFill>
            <a:prstDash val="solid"/>
            <a:round/>
            <a:headEnd type="none" w="sm" len="sm"/>
            <a:tailEnd type="triangle" w="med" len="med"/>
          </a:ln>
        </p:spPr>
      </p:cxnSp>
      <p:cxnSp>
        <p:nvCxnSpPr>
          <p:cNvPr id="99" name="Google Shape;99;p31">
            <a:extLst>
              <a:ext uri="{FF2B5EF4-FFF2-40B4-BE49-F238E27FC236}">
                <a16:creationId xmlns:a16="http://schemas.microsoft.com/office/drawing/2014/main" id="{99B9D894-6427-B13F-A333-C3A89FDFF113}"/>
              </a:ext>
            </a:extLst>
          </p:cNvPr>
          <p:cNvCxnSpPr/>
          <p:nvPr/>
        </p:nvCxnSpPr>
        <p:spPr>
          <a:xfrm rot="10800000" flipH="1">
            <a:off x="5225755" y="2006317"/>
            <a:ext cx="189083" cy="927709"/>
          </a:xfrm>
          <a:prstGeom prst="straightConnector1">
            <a:avLst/>
          </a:prstGeom>
          <a:noFill/>
          <a:ln w="9525" cap="flat" cmpd="sng">
            <a:solidFill>
              <a:srgbClr val="B51B28"/>
            </a:solidFill>
            <a:prstDash val="solid"/>
            <a:round/>
            <a:headEnd type="none" w="sm" len="sm"/>
            <a:tailEnd type="triangle" w="med" len="med"/>
          </a:ln>
        </p:spPr>
      </p:cxnSp>
      <p:sp>
        <p:nvSpPr>
          <p:cNvPr id="100" name="Google Shape;100;p31">
            <a:extLst>
              <a:ext uri="{FF2B5EF4-FFF2-40B4-BE49-F238E27FC236}">
                <a16:creationId xmlns:a16="http://schemas.microsoft.com/office/drawing/2014/main" id="{C144E551-32C4-E5CD-4AFC-8F68CDA119BE}"/>
              </a:ext>
            </a:extLst>
          </p:cNvPr>
          <p:cNvSpPr txBox="1"/>
          <p:nvPr/>
        </p:nvSpPr>
        <p:spPr>
          <a:xfrm>
            <a:off x="5108712" y="1606681"/>
            <a:ext cx="18248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000000"/>
                </a:solidFill>
                <a:latin typeface="Agency FB" panose="020B0503020202020204" pitchFamily="34" charset="0"/>
                <a:ea typeface="Teko"/>
                <a:cs typeface="Teko"/>
                <a:sym typeface="Teko"/>
              </a:rPr>
              <a:t>Perfume dispensers</a:t>
            </a:r>
            <a:endParaRPr sz="2000" b="0" i="0" u="none" strike="noStrike" cap="none">
              <a:solidFill>
                <a:srgbClr val="000000"/>
              </a:solidFill>
              <a:latin typeface="Agency FB" panose="020B0503020202020204" pitchFamily="34" charset="0"/>
              <a:ea typeface="Teko"/>
              <a:cs typeface="Teko"/>
              <a:sym typeface="Teko"/>
            </a:endParaRPr>
          </a:p>
        </p:txBody>
      </p:sp>
      <p:sp>
        <p:nvSpPr>
          <p:cNvPr id="102" name="Google Shape;102;p31">
            <a:extLst>
              <a:ext uri="{FF2B5EF4-FFF2-40B4-BE49-F238E27FC236}">
                <a16:creationId xmlns:a16="http://schemas.microsoft.com/office/drawing/2014/main" id="{29FA2FA1-10B1-888F-E318-6AEFC10E64F7}"/>
              </a:ext>
            </a:extLst>
          </p:cNvPr>
          <p:cNvSpPr txBox="1"/>
          <p:nvPr/>
        </p:nvSpPr>
        <p:spPr>
          <a:xfrm>
            <a:off x="209948" y="289675"/>
            <a:ext cx="984472"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IN" sz="2400" b="0" i="0" u="none" strike="noStrike" cap="none" dirty="0">
                <a:solidFill>
                  <a:srgbClr val="000000"/>
                </a:solidFill>
                <a:latin typeface="Agency FB" panose="020B0503020202020204" pitchFamily="34" charset="0"/>
                <a:ea typeface="Teko"/>
                <a:cs typeface="Teko"/>
                <a:sym typeface="Teko"/>
              </a:rPr>
              <a:t>Idea :</a:t>
            </a:r>
            <a:endParaRPr sz="1400" b="0" i="0" u="none" strike="noStrike" cap="none" dirty="0">
              <a:solidFill>
                <a:srgbClr val="000000"/>
              </a:solidFill>
              <a:latin typeface="Agency FB" panose="020B0503020202020204" pitchFamily="34" charset="0"/>
              <a:sym typeface="Arial"/>
            </a:endParaRPr>
          </a:p>
        </p:txBody>
      </p:sp>
      <p:sp>
        <p:nvSpPr>
          <p:cNvPr id="103" name="Google Shape;103;p31">
            <a:extLst>
              <a:ext uri="{FF2B5EF4-FFF2-40B4-BE49-F238E27FC236}">
                <a16:creationId xmlns:a16="http://schemas.microsoft.com/office/drawing/2014/main" id="{79DA3BFE-C963-F9F8-58F1-21F856839C50}"/>
              </a:ext>
            </a:extLst>
          </p:cNvPr>
          <p:cNvSpPr txBox="1"/>
          <p:nvPr/>
        </p:nvSpPr>
        <p:spPr>
          <a:xfrm>
            <a:off x="1194420" y="289675"/>
            <a:ext cx="3713591"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IN" sz="2400" b="0" i="0" u="none" strike="noStrike" cap="none">
                <a:solidFill>
                  <a:srgbClr val="000000"/>
                </a:solidFill>
                <a:latin typeface="Agency FB" panose="020B0503020202020204" pitchFamily="34" charset="0"/>
                <a:ea typeface="Teko"/>
                <a:cs typeface="Teko"/>
                <a:sym typeface="Teko"/>
              </a:rPr>
              <a:t>Deluxe and Premium Hospital Wards</a:t>
            </a:r>
            <a:endParaRPr sz="2400" b="0" i="0" u="none" strike="noStrike" cap="none">
              <a:solidFill>
                <a:srgbClr val="000000"/>
              </a:solidFill>
              <a:latin typeface="Agency FB" panose="020B0503020202020204" pitchFamily="34" charset="0"/>
              <a:ea typeface="Teko"/>
              <a:cs typeface="Teko"/>
              <a:sym typeface="Teko"/>
            </a:endParaRPr>
          </a:p>
        </p:txBody>
      </p:sp>
      <p:sp>
        <p:nvSpPr>
          <p:cNvPr id="104" name="Google Shape;104;p31">
            <a:extLst>
              <a:ext uri="{FF2B5EF4-FFF2-40B4-BE49-F238E27FC236}">
                <a16:creationId xmlns:a16="http://schemas.microsoft.com/office/drawing/2014/main" id="{1B2D8438-7993-C260-FCB3-6C9597A84FF9}"/>
              </a:ext>
            </a:extLst>
          </p:cNvPr>
          <p:cNvSpPr txBox="1"/>
          <p:nvPr/>
        </p:nvSpPr>
        <p:spPr>
          <a:xfrm>
            <a:off x="3111958" y="4545032"/>
            <a:ext cx="390869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dirty="0">
                <a:solidFill>
                  <a:srgbClr val="000000"/>
                </a:solidFill>
                <a:latin typeface="Agency FB" panose="020B0503020202020204" pitchFamily="34" charset="0"/>
                <a:ea typeface="Teko"/>
                <a:cs typeface="Teko"/>
                <a:sym typeface="Teko"/>
              </a:rPr>
              <a:t>Note: Camera can be replaced by Mobile App</a:t>
            </a:r>
            <a:endParaRPr sz="2000" b="0" i="0" u="none" strike="noStrike" cap="none" dirty="0">
              <a:solidFill>
                <a:srgbClr val="000000"/>
              </a:solidFill>
              <a:latin typeface="Agency FB" panose="020B0503020202020204" pitchFamily="34" charset="0"/>
              <a:ea typeface="Teko"/>
              <a:cs typeface="Teko"/>
              <a:sym typeface="Teko"/>
            </a:endParaRPr>
          </a:p>
        </p:txBody>
      </p:sp>
      <p:sp>
        <p:nvSpPr>
          <p:cNvPr id="106" name="Google Shape;106;p31">
            <a:extLst>
              <a:ext uri="{FF2B5EF4-FFF2-40B4-BE49-F238E27FC236}">
                <a16:creationId xmlns:a16="http://schemas.microsoft.com/office/drawing/2014/main" id="{002AC8C1-BF92-94EE-9A0C-BE63B5218818}"/>
              </a:ext>
            </a:extLst>
          </p:cNvPr>
          <p:cNvSpPr/>
          <p:nvPr/>
        </p:nvSpPr>
        <p:spPr>
          <a:xfrm>
            <a:off x="4696903" y="3140767"/>
            <a:ext cx="103367" cy="71562"/>
          </a:xfrm>
          <a:prstGeom prst="roundRect">
            <a:avLst>
              <a:gd name="adj" fmla="val 16667"/>
            </a:avLst>
          </a:prstGeom>
          <a:solidFill>
            <a:srgbClr val="D8D8D8"/>
          </a:solidFill>
          <a:ln w="25400" cap="flat" cmpd="sng">
            <a:solidFill>
              <a:srgbClr val="3366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gency FB" panose="020B0503020202020204" pitchFamily="34" charset="0"/>
              <a:sym typeface="Arial"/>
            </a:endParaRPr>
          </a:p>
        </p:txBody>
      </p:sp>
      <p:sp>
        <p:nvSpPr>
          <p:cNvPr id="107" name="Google Shape;107;p31">
            <a:extLst>
              <a:ext uri="{FF2B5EF4-FFF2-40B4-BE49-F238E27FC236}">
                <a16:creationId xmlns:a16="http://schemas.microsoft.com/office/drawing/2014/main" id="{9E598E31-AE5E-0307-36A9-8C77ADF07C41}"/>
              </a:ext>
            </a:extLst>
          </p:cNvPr>
          <p:cNvSpPr/>
          <p:nvPr/>
        </p:nvSpPr>
        <p:spPr>
          <a:xfrm>
            <a:off x="4904960" y="3150049"/>
            <a:ext cx="103367" cy="71562"/>
          </a:xfrm>
          <a:prstGeom prst="roundRect">
            <a:avLst>
              <a:gd name="adj" fmla="val 16667"/>
            </a:avLst>
          </a:prstGeom>
          <a:solidFill>
            <a:srgbClr val="D8D8D8"/>
          </a:solidFill>
          <a:ln w="25400" cap="flat" cmpd="sng">
            <a:solidFill>
              <a:srgbClr val="3366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gency FB" panose="020B0503020202020204" pitchFamily="34" charset="0"/>
              <a:sym typeface="Arial"/>
            </a:endParaRPr>
          </a:p>
        </p:txBody>
      </p:sp>
      <p:cxnSp>
        <p:nvCxnSpPr>
          <p:cNvPr id="108" name="Google Shape;108;p31">
            <a:extLst>
              <a:ext uri="{FF2B5EF4-FFF2-40B4-BE49-F238E27FC236}">
                <a16:creationId xmlns:a16="http://schemas.microsoft.com/office/drawing/2014/main" id="{F0035C49-9E55-2FB9-4F37-8A1E86CEDF0A}"/>
              </a:ext>
            </a:extLst>
          </p:cNvPr>
          <p:cNvCxnSpPr/>
          <p:nvPr/>
        </p:nvCxnSpPr>
        <p:spPr>
          <a:xfrm flipH="1">
            <a:off x="4402007" y="3212329"/>
            <a:ext cx="314400" cy="287492"/>
          </a:xfrm>
          <a:prstGeom prst="straightConnector1">
            <a:avLst/>
          </a:prstGeom>
          <a:noFill/>
          <a:ln w="9525" cap="flat" cmpd="sng">
            <a:solidFill>
              <a:srgbClr val="B51B28"/>
            </a:solidFill>
            <a:prstDash val="solid"/>
            <a:round/>
            <a:headEnd type="none" w="sm" len="sm"/>
            <a:tailEnd type="triangle" w="med" len="med"/>
          </a:ln>
        </p:spPr>
      </p:cxnSp>
      <p:cxnSp>
        <p:nvCxnSpPr>
          <p:cNvPr id="109" name="Google Shape;109;p31">
            <a:extLst>
              <a:ext uri="{FF2B5EF4-FFF2-40B4-BE49-F238E27FC236}">
                <a16:creationId xmlns:a16="http://schemas.microsoft.com/office/drawing/2014/main" id="{469996F1-B587-2A21-2FF3-4C03E0F539F9}"/>
              </a:ext>
            </a:extLst>
          </p:cNvPr>
          <p:cNvCxnSpPr/>
          <p:nvPr/>
        </p:nvCxnSpPr>
        <p:spPr>
          <a:xfrm>
            <a:off x="4955237" y="3229650"/>
            <a:ext cx="270518" cy="336098"/>
          </a:xfrm>
          <a:prstGeom prst="straightConnector1">
            <a:avLst/>
          </a:prstGeom>
          <a:noFill/>
          <a:ln w="9525" cap="flat" cmpd="sng">
            <a:solidFill>
              <a:srgbClr val="B51B28"/>
            </a:solidFill>
            <a:prstDash val="solid"/>
            <a:round/>
            <a:headEnd type="none" w="sm" len="sm"/>
            <a:tailEnd type="triangle" w="med" len="med"/>
          </a:ln>
        </p:spPr>
      </p:cxnSp>
      <p:sp>
        <p:nvSpPr>
          <p:cNvPr id="110" name="Google Shape;110;p31">
            <a:extLst>
              <a:ext uri="{FF2B5EF4-FFF2-40B4-BE49-F238E27FC236}">
                <a16:creationId xmlns:a16="http://schemas.microsoft.com/office/drawing/2014/main" id="{58930646-7EAB-4F64-4762-BF217D40FC79}"/>
              </a:ext>
            </a:extLst>
          </p:cNvPr>
          <p:cNvSpPr txBox="1"/>
          <p:nvPr/>
        </p:nvSpPr>
        <p:spPr>
          <a:xfrm>
            <a:off x="4402007" y="3701320"/>
            <a:ext cx="3426350"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IN" sz="1800" b="0" i="0" u="none" strike="noStrike" cap="none">
                <a:solidFill>
                  <a:srgbClr val="0070C0"/>
                </a:solidFill>
                <a:latin typeface="Agency FB" panose="020B0503020202020204" pitchFamily="34" charset="0"/>
                <a:ea typeface="Teko"/>
                <a:cs typeface="Teko"/>
                <a:sym typeface="Teko"/>
              </a:rPr>
              <a:t>Thumb/Index finger punching (For collecting traits already captured through Mobile App)</a:t>
            </a:r>
            <a:endParaRPr sz="1400" b="0" i="0" u="none" strike="noStrike" cap="none">
              <a:solidFill>
                <a:srgbClr val="000000"/>
              </a:solidFill>
              <a:latin typeface="Agency FB" panose="020B0503020202020204" pitchFamily="34" charset="0"/>
              <a:sym typeface="Arial"/>
            </a:endParaRPr>
          </a:p>
        </p:txBody>
      </p:sp>
      <p:sp>
        <p:nvSpPr>
          <p:cNvPr id="111" name="Google Shape;111;p31">
            <a:extLst>
              <a:ext uri="{FF2B5EF4-FFF2-40B4-BE49-F238E27FC236}">
                <a16:creationId xmlns:a16="http://schemas.microsoft.com/office/drawing/2014/main" id="{4D769B45-968E-BAC8-8450-62146A660A8C}"/>
              </a:ext>
            </a:extLst>
          </p:cNvPr>
          <p:cNvSpPr txBox="1"/>
          <p:nvPr/>
        </p:nvSpPr>
        <p:spPr>
          <a:xfrm>
            <a:off x="3508768" y="3427773"/>
            <a:ext cx="133780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IN" sz="1800" b="0" i="0" u="none" strike="noStrike" cap="none">
                <a:solidFill>
                  <a:srgbClr val="0070C0"/>
                </a:solidFill>
                <a:latin typeface="Agency FB" panose="020B0503020202020204" pitchFamily="34" charset="0"/>
                <a:ea typeface="Teko"/>
                <a:cs typeface="Teko"/>
                <a:sym typeface="Teko"/>
              </a:rPr>
              <a:t>On/Off Button </a:t>
            </a:r>
            <a:endParaRPr sz="1800" b="0" i="0" u="none" strike="noStrike" cap="none">
              <a:solidFill>
                <a:srgbClr val="0070C0"/>
              </a:solidFill>
              <a:latin typeface="Agency FB" panose="020B0503020202020204" pitchFamily="34" charset="0"/>
              <a:ea typeface="Teko"/>
              <a:cs typeface="Teko"/>
              <a:sym typeface="Teko"/>
            </a:endParaRPr>
          </a:p>
        </p:txBody>
      </p:sp>
      <p:pic>
        <p:nvPicPr>
          <p:cNvPr id="113" name="Google Shape;113;p31">
            <a:extLst>
              <a:ext uri="{FF2B5EF4-FFF2-40B4-BE49-F238E27FC236}">
                <a16:creationId xmlns:a16="http://schemas.microsoft.com/office/drawing/2014/main" id="{C0744603-A4C0-E571-A66B-2F9EB20BC9A2}"/>
              </a:ext>
            </a:extLst>
          </p:cNvPr>
          <p:cNvPicPr preferRelativeResize="0"/>
          <p:nvPr/>
        </p:nvPicPr>
        <p:blipFill rotWithShape="1">
          <a:blip r:embed="rId3">
            <a:alphaModFix/>
          </a:blip>
          <a:srcRect/>
          <a:stretch/>
        </p:blipFill>
        <p:spPr>
          <a:xfrm>
            <a:off x="8140350" y="-60625"/>
            <a:ext cx="4289226" cy="3964551"/>
          </a:xfrm>
          <a:prstGeom prst="rect">
            <a:avLst/>
          </a:prstGeom>
          <a:noFill/>
          <a:ln>
            <a:noFill/>
          </a:ln>
        </p:spPr>
      </p:pic>
      <p:sp>
        <p:nvSpPr>
          <p:cNvPr id="114" name="Google Shape;114;p31">
            <a:extLst>
              <a:ext uri="{FF2B5EF4-FFF2-40B4-BE49-F238E27FC236}">
                <a16:creationId xmlns:a16="http://schemas.microsoft.com/office/drawing/2014/main" id="{59DF0482-09CD-C78D-5ECD-BBCAF0A5C063}"/>
              </a:ext>
            </a:extLst>
          </p:cNvPr>
          <p:cNvSpPr txBox="1"/>
          <p:nvPr/>
        </p:nvSpPr>
        <p:spPr>
          <a:xfrm>
            <a:off x="9936380" y="4024485"/>
            <a:ext cx="110507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IN" sz="1400" b="0" i="0" u="none" strike="noStrike" cap="none" dirty="0">
                <a:solidFill>
                  <a:srgbClr val="000000"/>
                </a:solidFill>
                <a:latin typeface="Agency FB" panose="020B0503020202020204" pitchFamily="34" charset="0"/>
                <a:sym typeface="Arial"/>
              </a:rPr>
              <a:t>₹​ 2,999.00</a:t>
            </a:r>
            <a:endParaRPr sz="1400" b="0" i="0" u="none" strike="noStrike" cap="none" dirty="0">
              <a:solidFill>
                <a:srgbClr val="000000"/>
              </a:solidFill>
              <a:latin typeface="Agency FB" panose="020B0503020202020204" pitchFamily="34" charset="0"/>
              <a:sym typeface="Arial"/>
            </a:endParaRPr>
          </a:p>
        </p:txBody>
      </p:sp>
    </p:spTree>
    <p:extLst>
      <p:ext uri="{BB962C8B-B14F-4D97-AF65-F5344CB8AC3E}">
        <p14:creationId xmlns:p14="http://schemas.microsoft.com/office/powerpoint/2010/main" val="3909523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pic>
        <p:nvPicPr>
          <p:cNvPr id="21" name="Picture 20">
            <a:extLst>
              <a:ext uri="{FF2B5EF4-FFF2-40B4-BE49-F238E27FC236}">
                <a16:creationId xmlns:a16="http://schemas.microsoft.com/office/drawing/2014/main" id="{B229638E-CF27-550B-504F-3C829D47B900}"/>
              </a:ext>
            </a:extLst>
          </p:cNvPr>
          <p:cNvPicPr>
            <a:picLocks noChangeAspect="1"/>
          </p:cNvPicPr>
          <p:nvPr/>
        </p:nvPicPr>
        <p:blipFill>
          <a:blip r:embed="rId3"/>
          <a:stretch>
            <a:fillRect/>
          </a:stretch>
        </p:blipFill>
        <p:spPr>
          <a:xfrm>
            <a:off x="67244" y="2116217"/>
            <a:ext cx="6242845" cy="4657748"/>
          </a:xfrm>
          <a:prstGeom prst="rect">
            <a:avLst/>
          </a:prstGeom>
        </p:spPr>
      </p:pic>
      <p:pic>
        <p:nvPicPr>
          <p:cNvPr id="11" name="Picture 10">
            <a:extLst>
              <a:ext uri="{FF2B5EF4-FFF2-40B4-BE49-F238E27FC236}">
                <a16:creationId xmlns:a16="http://schemas.microsoft.com/office/drawing/2014/main" id="{BC7E5C22-5886-9DBF-AB5B-7464C4E7E034}"/>
              </a:ext>
            </a:extLst>
          </p:cNvPr>
          <p:cNvPicPr>
            <a:picLocks noChangeAspect="1"/>
          </p:cNvPicPr>
          <p:nvPr/>
        </p:nvPicPr>
        <p:blipFill>
          <a:blip r:embed="rId4"/>
          <a:stretch>
            <a:fillRect/>
          </a:stretch>
        </p:blipFill>
        <p:spPr>
          <a:xfrm>
            <a:off x="5639544" y="1529867"/>
            <a:ext cx="2562659" cy="2919640"/>
          </a:xfrm>
          <a:prstGeom prst="rect">
            <a:avLst/>
          </a:prstGeom>
          <a:effectLst/>
        </p:spPr>
      </p:pic>
      <p:sp>
        <p:nvSpPr>
          <p:cNvPr id="85" name="Google Shape;85;p31"/>
          <p:cNvSpPr txBox="1">
            <a:spLocks noGrp="1"/>
          </p:cNvSpPr>
          <p:nvPr>
            <p:ph type="sldNum" idx="12"/>
          </p:nvPr>
        </p:nvSpPr>
        <p:spPr>
          <a:xfrm>
            <a:off x="11669127" y="6400800"/>
            <a:ext cx="404190" cy="381000"/>
          </a:xfrm>
          <a:prstGeom prst="rect">
            <a:avLst/>
          </a:prstGeom>
          <a:solidFill>
            <a:srgbClr val="F8A2A6"/>
          </a:solidFill>
          <a:ln w="19050" cap="flat" cmpd="sng">
            <a:solidFill>
              <a:srgbClr val="B7202E"/>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400"/>
              <a:buNone/>
            </a:pPr>
            <a:r>
              <a:rPr lang="en-IN" sz="2400" dirty="0">
                <a:solidFill>
                  <a:schemeClr val="lt2"/>
                </a:solidFill>
                <a:latin typeface="Teko"/>
                <a:ea typeface="Teko"/>
                <a:cs typeface="Teko"/>
                <a:sym typeface="Teko"/>
              </a:rPr>
              <a:t>2</a:t>
            </a:r>
            <a:endParaRPr dirty="0">
              <a:latin typeface="Teko"/>
              <a:ea typeface="Teko"/>
              <a:cs typeface="Teko"/>
              <a:sym typeface="Teko"/>
            </a:endParaRPr>
          </a:p>
        </p:txBody>
      </p:sp>
      <p:pic>
        <p:nvPicPr>
          <p:cNvPr id="15" name="Picture 14">
            <a:extLst>
              <a:ext uri="{FF2B5EF4-FFF2-40B4-BE49-F238E27FC236}">
                <a16:creationId xmlns:a16="http://schemas.microsoft.com/office/drawing/2014/main" id="{0DBC41F2-DAEB-A993-8D97-DA1CF7D8DA06}"/>
              </a:ext>
            </a:extLst>
          </p:cNvPr>
          <p:cNvPicPr>
            <a:picLocks noChangeAspect="1"/>
          </p:cNvPicPr>
          <p:nvPr/>
        </p:nvPicPr>
        <p:blipFill>
          <a:blip r:embed="rId5"/>
          <a:stretch>
            <a:fillRect/>
          </a:stretch>
        </p:blipFill>
        <p:spPr>
          <a:xfrm rot="172650">
            <a:off x="4348576" y="3348767"/>
            <a:ext cx="3426986" cy="2399249"/>
          </a:xfrm>
          <a:prstGeom prst="rect">
            <a:avLst/>
          </a:prstGeom>
          <a:effectLst/>
        </p:spPr>
      </p:pic>
      <p:sp>
        <p:nvSpPr>
          <p:cNvPr id="19" name="TextBox 18">
            <a:extLst>
              <a:ext uri="{FF2B5EF4-FFF2-40B4-BE49-F238E27FC236}">
                <a16:creationId xmlns:a16="http://schemas.microsoft.com/office/drawing/2014/main" id="{438FA537-CCF4-7A18-E2FA-6B70DD125A6B}"/>
              </a:ext>
            </a:extLst>
          </p:cNvPr>
          <p:cNvSpPr txBox="1"/>
          <p:nvPr/>
        </p:nvSpPr>
        <p:spPr>
          <a:xfrm>
            <a:off x="67244" y="84035"/>
            <a:ext cx="3576606" cy="584775"/>
          </a:xfrm>
          <a:prstGeom prst="rect">
            <a:avLst/>
          </a:prstGeom>
          <a:noFill/>
        </p:spPr>
        <p:txBody>
          <a:bodyPr wrap="square">
            <a:spAutoFit/>
          </a:bodyPr>
          <a:lstStyle/>
          <a:p>
            <a:r>
              <a:rPr lang="en-IN" sz="3200" dirty="0">
                <a:solidFill>
                  <a:srgbClr val="7030A0"/>
                </a:solidFill>
                <a:latin typeface="Agency FB" panose="020B0503020202020204" pitchFamily="34" charset="0"/>
              </a:rPr>
              <a:t>Target User Segments</a:t>
            </a:r>
          </a:p>
        </p:txBody>
      </p:sp>
      <p:sp>
        <p:nvSpPr>
          <p:cNvPr id="25" name="TextBox 24">
            <a:extLst>
              <a:ext uri="{FF2B5EF4-FFF2-40B4-BE49-F238E27FC236}">
                <a16:creationId xmlns:a16="http://schemas.microsoft.com/office/drawing/2014/main" id="{53021728-2119-895E-0AAD-E65E56A38A7F}"/>
              </a:ext>
            </a:extLst>
          </p:cNvPr>
          <p:cNvSpPr txBox="1"/>
          <p:nvPr/>
        </p:nvSpPr>
        <p:spPr>
          <a:xfrm>
            <a:off x="7490873" y="2487017"/>
            <a:ext cx="2951435" cy="461665"/>
          </a:xfrm>
          <a:prstGeom prst="rect">
            <a:avLst/>
          </a:prstGeom>
          <a:noFill/>
        </p:spPr>
        <p:txBody>
          <a:bodyPr wrap="square">
            <a:spAutoFit/>
          </a:bodyPr>
          <a:lstStyle/>
          <a:p>
            <a:r>
              <a:rPr lang="en-IN" sz="2400" dirty="0">
                <a:solidFill>
                  <a:srgbClr val="0070C0"/>
                </a:solidFill>
                <a:latin typeface="Agency FB" panose="020B0503020202020204" pitchFamily="34" charset="0"/>
              </a:rPr>
              <a:t>Hospital’s Deluxe Rooms</a:t>
            </a:r>
          </a:p>
        </p:txBody>
      </p:sp>
      <p:sp>
        <p:nvSpPr>
          <p:cNvPr id="27" name="TextBox 26">
            <a:extLst>
              <a:ext uri="{FF2B5EF4-FFF2-40B4-BE49-F238E27FC236}">
                <a16:creationId xmlns:a16="http://schemas.microsoft.com/office/drawing/2014/main" id="{4505F1FD-D72C-85C7-103D-B97F39A52B11}"/>
              </a:ext>
            </a:extLst>
          </p:cNvPr>
          <p:cNvSpPr txBox="1"/>
          <p:nvPr/>
        </p:nvSpPr>
        <p:spPr>
          <a:xfrm>
            <a:off x="3960793" y="4998555"/>
            <a:ext cx="1686152" cy="461665"/>
          </a:xfrm>
          <a:prstGeom prst="rect">
            <a:avLst/>
          </a:prstGeom>
          <a:noFill/>
        </p:spPr>
        <p:txBody>
          <a:bodyPr wrap="square">
            <a:spAutoFit/>
          </a:bodyPr>
          <a:lstStyle/>
          <a:p>
            <a:r>
              <a:rPr lang="en-IN" sz="2400" dirty="0">
                <a:solidFill>
                  <a:srgbClr val="7030A0"/>
                </a:solidFill>
                <a:latin typeface="Agency FB" panose="020B0503020202020204" pitchFamily="34" charset="0"/>
              </a:rPr>
              <a:t>CEO/CFO/CTO </a:t>
            </a:r>
          </a:p>
        </p:txBody>
      </p:sp>
      <p:sp>
        <p:nvSpPr>
          <p:cNvPr id="29" name="TextBox 28">
            <a:extLst>
              <a:ext uri="{FF2B5EF4-FFF2-40B4-BE49-F238E27FC236}">
                <a16:creationId xmlns:a16="http://schemas.microsoft.com/office/drawing/2014/main" id="{5963E695-12F7-7673-B401-B8DF06208925}"/>
              </a:ext>
            </a:extLst>
          </p:cNvPr>
          <p:cNvSpPr txBox="1"/>
          <p:nvPr/>
        </p:nvSpPr>
        <p:spPr>
          <a:xfrm>
            <a:off x="5363871" y="5615539"/>
            <a:ext cx="2373705" cy="461665"/>
          </a:xfrm>
          <a:prstGeom prst="rect">
            <a:avLst/>
          </a:prstGeom>
          <a:noFill/>
        </p:spPr>
        <p:txBody>
          <a:bodyPr wrap="square">
            <a:spAutoFit/>
          </a:bodyPr>
          <a:lstStyle/>
          <a:p>
            <a:r>
              <a:rPr lang="en-IN" sz="2400" dirty="0">
                <a:solidFill>
                  <a:srgbClr val="7030A0"/>
                </a:solidFill>
                <a:latin typeface="Agency FB" panose="020B0503020202020204" pitchFamily="34" charset="0"/>
              </a:rPr>
              <a:t>Senior Executives</a:t>
            </a:r>
          </a:p>
        </p:txBody>
      </p:sp>
      <p:sp>
        <p:nvSpPr>
          <p:cNvPr id="31" name="TextBox 30">
            <a:extLst>
              <a:ext uri="{FF2B5EF4-FFF2-40B4-BE49-F238E27FC236}">
                <a16:creationId xmlns:a16="http://schemas.microsoft.com/office/drawing/2014/main" id="{7B0CC509-4E7D-12AC-D70C-F25314641684}"/>
              </a:ext>
            </a:extLst>
          </p:cNvPr>
          <p:cNvSpPr txBox="1"/>
          <p:nvPr/>
        </p:nvSpPr>
        <p:spPr>
          <a:xfrm>
            <a:off x="6835830" y="4968383"/>
            <a:ext cx="1735480" cy="461665"/>
          </a:xfrm>
          <a:prstGeom prst="rect">
            <a:avLst/>
          </a:prstGeom>
          <a:noFill/>
        </p:spPr>
        <p:txBody>
          <a:bodyPr wrap="square">
            <a:spAutoFit/>
          </a:bodyPr>
          <a:lstStyle/>
          <a:p>
            <a:r>
              <a:rPr lang="en-IN" sz="2400" dirty="0">
                <a:solidFill>
                  <a:srgbClr val="7030A0"/>
                </a:solidFill>
                <a:latin typeface="Agency FB" panose="020B0503020202020204" pitchFamily="34" charset="0"/>
              </a:rPr>
              <a:t>Directors</a:t>
            </a:r>
          </a:p>
        </p:txBody>
      </p:sp>
      <p:sp>
        <p:nvSpPr>
          <p:cNvPr id="33" name="TextBox 32">
            <a:extLst>
              <a:ext uri="{FF2B5EF4-FFF2-40B4-BE49-F238E27FC236}">
                <a16:creationId xmlns:a16="http://schemas.microsoft.com/office/drawing/2014/main" id="{3A645A02-8389-1C39-2818-048CAEA45C53}"/>
              </a:ext>
            </a:extLst>
          </p:cNvPr>
          <p:cNvSpPr txBox="1"/>
          <p:nvPr/>
        </p:nvSpPr>
        <p:spPr>
          <a:xfrm>
            <a:off x="2760615" y="3145962"/>
            <a:ext cx="1881529" cy="461665"/>
          </a:xfrm>
          <a:prstGeom prst="rect">
            <a:avLst/>
          </a:prstGeom>
          <a:noFill/>
        </p:spPr>
        <p:txBody>
          <a:bodyPr wrap="square">
            <a:spAutoFit/>
          </a:bodyPr>
          <a:lstStyle/>
          <a:p>
            <a:r>
              <a:rPr lang="en-IN" sz="2400" dirty="0">
                <a:solidFill>
                  <a:srgbClr val="008080"/>
                </a:solidFill>
                <a:latin typeface="Agency FB" panose="020B0503020202020204" pitchFamily="34" charset="0"/>
              </a:rPr>
              <a:t>Spas &amp; Hotels </a:t>
            </a:r>
          </a:p>
        </p:txBody>
      </p:sp>
      <p:sp>
        <p:nvSpPr>
          <p:cNvPr id="37" name="TextBox 36">
            <a:extLst>
              <a:ext uri="{FF2B5EF4-FFF2-40B4-BE49-F238E27FC236}">
                <a16:creationId xmlns:a16="http://schemas.microsoft.com/office/drawing/2014/main" id="{0F56BA28-03ED-DD3A-CC5E-85E9E8975715}"/>
              </a:ext>
            </a:extLst>
          </p:cNvPr>
          <p:cNvSpPr txBox="1"/>
          <p:nvPr/>
        </p:nvSpPr>
        <p:spPr>
          <a:xfrm>
            <a:off x="2808431" y="2487018"/>
            <a:ext cx="2373705" cy="461665"/>
          </a:xfrm>
          <a:prstGeom prst="rect">
            <a:avLst/>
          </a:prstGeom>
          <a:noFill/>
        </p:spPr>
        <p:txBody>
          <a:bodyPr wrap="square">
            <a:spAutoFit/>
          </a:bodyPr>
          <a:lstStyle/>
          <a:p>
            <a:r>
              <a:rPr lang="en-IN" sz="2400" dirty="0">
                <a:solidFill>
                  <a:srgbClr val="008080"/>
                </a:solidFill>
                <a:latin typeface="Agency FB" panose="020B0503020202020204" pitchFamily="34" charset="0"/>
              </a:rPr>
              <a:t>Wellness Centres</a:t>
            </a:r>
          </a:p>
        </p:txBody>
      </p:sp>
      <p:sp>
        <p:nvSpPr>
          <p:cNvPr id="39" name="TextBox 38">
            <a:extLst>
              <a:ext uri="{FF2B5EF4-FFF2-40B4-BE49-F238E27FC236}">
                <a16:creationId xmlns:a16="http://schemas.microsoft.com/office/drawing/2014/main" id="{0D69F695-44EE-32D0-7399-C5EB59509DEE}"/>
              </a:ext>
            </a:extLst>
          </p:cNvPr>
          <p:cNvSpPr txBox="1"/>
          <p:nvPr/>
        </p:nvSpPr>
        <p:spPr>
          <a:xfrm>
            <a:off x="7938602" y="3161350"/>
            <a:ext cx="1759753" cy="461665"/>
          </a:xfrm>
          <a:prstGeom prst="rect">
            <a:avLst/>
          </a:prstGeom>
          <a:noFill/>
        </p:spPr>
        <p:txBody>
          <a:bodyPr wrap="square">
            <a:spAutoFit/>
          </a:bodyPr>
          <a:lstStyle/>
          <a:p>
            <a:r>
              <a:rPr lang="en-IN" sz="2400" dirty="0">
                <a:solidFill>
                  <a:srgbClr val="0070C0"/>
                </a:solidFill>
                <a:latin typeface="Agency FB" panose="020B0503020202020204" pitchFamily="34" charset="0"/>
              </a:rPr>
              <a:t>Doctor’s Cabins </a:t>
            </a:r>
          </a:p>
        </p:txBody>
      </p:sp>
      <p:pic>
        <p:nvPicPr>
          <p:cNvPr id="43" name="Picture 42">
            <a:extLst>
              <a:ext uri="{FF2B5EF4-FFF2-40B4-BE49-F238E27FC236}">
                <a16:creationId xmlns:a16="http://schemas.microsoft.com/office/drawing/2014/main" id="{C8F138B7-AC82-1864-F373-1754AE6D5A28}"/>
              </a:ext>
            </a:extLst>
          </p:cNvPr>
          <p:cNvPicPr>
            <a:picLocks noChangeAspect="1"/>
          </p:cNvPicPr>
          <p:nvPr/>
        </p:nvPicPr>
        <p:blipFill>
          <a:blip r:embed="rId6"/>
          <a:stretch>
            <a:fillRect/>
          </a:stretch>
        </p:blipFill>
        <p:spPr>
          <a:xfrm>
            <a:off x="2988940" y="1341826"/>
            <a:ext cx="4088954" cy="298240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7" grpId="0"/>
      <p:bldP spid="29" grpId="0"/>
      <p:bldP spid="31" grpId="0"/>
      <p:bldP spid="33" grpId="0"/>
      <p:bldP spid="37" grpId="0"/>
      <p:bldP spid="3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F1B4EC28-2B31-DDDF-F2D8-F0B8EBC0020B}"/>
              </a:ext>
            </a:extLst>
          </p:cNvPr>
          <p:cNvPicPr>
            <a:picLocks noChangeAspect="1"/>
          </p:cNvPicPr>
          <p:nvPr/>
        </p:nvPicPr>
        <p:blipFill>
          <a:blip r:embed="rId3"/>
          <a:stretch>
            <a:fillRect/>
          </a:stretch>
        </p:blipFill>
        <p:spPr>
          <a:xfrm>
            <a:off x="94317" y="2094718"/>
            <a:ext cx="6242845" cy="4657748"/>
          </a:xfrm>
          <a:prstGeom prst="rect">
            <a:avLst/>
          </a:prstGeom>
        </p:spPr>
      </p:pic>
      <p:pic>
        <p:nvPicPr>
          <p:cNvPr id="7" name="Picture 7"/>
          <p:cNvPicPr>
            <a:picLocks noChangeAspect="1" noChangeArrowheads="1"/>
          </p:cNvPicPr>
          <p:nvPr/>
        </p:nvPicPr>
        <p:blipFill>
          <a:blip r:embed="rId4" cstate="print"/>
          <a:srcRect/>
          <a:stretch>
            <a:fillRect/>
          </a:stretch>
        </p:blipFill>
        <p:spPr bwMode="auto">
          <a:xfrm>
            <a:off x="7752184" y="5193197"/>
            <a:ext cx="1080120" cy="1032746"/>
          </a:xfrm>
          <a:prstGeom prst="rect">
            <a:avLst/>
          </a:prstGeom>
          <a:noFill/>
          <a:ln w="9525">
            <a:noFill/>
            <a:miter lim="800000"/>
            <a:headEnd/>
            <a:tailEnd/>
          </a:ln>
        </p:spPr>
      </p:pic>
      <p:pic>
        <p:nvPicPr>
          <p:cNvPr id="8" name="Picture 8"/>
          <p:cNvPicPr>
            <a:picLocks noChangeAspect="1" noChangeArrowheads="1"/>
          </p:cNvPicPr>
          <p:nvPr/>
        </p:nvPicPr>
        <p:blipFill>
          <a:blip r:embed="rId5" cstate="print"/>
          <a:srcRect/>
          <a:stretch>
            <a:fillRect/>
          </a:stretch>
        </p:blipFill>
        <p:spPr bwMode="auto">
          <a:xfrm>
            <a:off x="8328248" y="4113076"/>
            <a:ext cx="1089595" cy="1032747"/>
          </a:xfrm>
          <a:prstGeom prst="rect">
            <a:avLst/>
          </a:prstGeom>
          <a:noFill/>
          <a:ln w="9525">
            <a:noFill/>
            <a:miter lim="800000"/>
            <a:headEnd/>
            <a:tailEnd/>
          </a:ln>
        </p:spPr>
      </p:pic>
      <p:pic>
        <p:nvPicPr>
          <p:cNvPr id="3" name="Picture 4"/>
          <p:cNvPicPr>
            <a:picLocks noChangeAspect="1" noChangeArrowheads="1"/>
          </p:cNvPicPr>
          <p:nvPr/>
        </p:nvPicPr>
        <p:blipFill>
          <a:blip r:embed="rId6" cstate="print"/>
          <a:srcRect/>
          <a:stretch>
            <a:fillRect/>
          </a:stretch>
        </p:blipFill>
        <p:spPr bwMode="auto">
          <a:xfrm>
            <a:off x="3287688" y="5193196"/>
            <a:ext cx="1080120" cy="1057275"/>
          </a:xfrm>
          <a:prstGeom prst="rect">
            <a:avLst/>
          </a:prstGeom>
          <a:noFill/>
          <a:ln w="9525">
            <a:noFill/>
            <a:miter lim="800000"/>
            <a:headEnd/>
            <a:tailEnd/>
          </a:ln>
        </p:spPr>
      </p:pic>
      <p:pic>
        <p:nvPicPr>
          <p:cNvPr id="4" name="Picture 6"/>
          <p:cNvPicPr>
            <a:picLocks noChangeAspect="1" noChangeArrowheads="1"/>
          </p:cNvPicPr>
          <p:nvPr/>
        </p:nvPicPr>
        <p:blipFill>
          <a:blip r:embed="rId7" cstate="print"/>
          <a:srcRect/>
          <a:stretch>
            <a:fillRect/>
          </a:stretch>
        </p:blipFill>
        <p:spPr bwMode="auto">
          <a:xfrm>
            <a:off x="2749327" y="4185084"/>
            <a:ext cx="1114425" cy="1028700"/>
          </a:xfrm>
          <a:prstGeom prst="rect">
            <a:avLst/>
          </a:prstGeom>
          <a:noFill/>
          <a:ln w="9525">
            <a:noFill/>
            <a:miter lim="800000"/>
            <a:headEnd/>
            <a:tailEnd/>
          </a:ln>
        </p:spPr>
      </p:pic>
      <p:pic>
        <p:nvPicPr>
          <p:cNvPr id="6" name="Picture 6"/>
          <p:cNvPicPr>
            <a:picLocks noChangeAspect="1" noChangeArrowheads="1"/>
          </p:cNvPicPr>
          <p:nvPr/>
        </p:nvPicPr>
        <p:blipFill>
          <a:blip r:embed="rId7" cstate="print"/>
          <a:srcRect/>
          <a:stretch>
            <a:fillRect/>
          </a:stretch>
        </p:blipFill>
        <p:spPr bwMode="auto">
          <a:xfrm>
            <a:off x="6168008" y="368660"/>
            <a:ext cx="1114425" cy="1028700"/>
          </a:xfrm>
          <a:prstGeom prst="rect">
            <a:avLst/>
          </a:prstGeom>
          <a:noFill/>
          <a:ln w="9525">
            <a:noFill/>
            <a:miter lim="800000"/>
            <a:headEnd/>
            <a:tailEnd/>
          </a:ln>
        </p:spPr>
      </p:pic>
      <p:pic>
        <p:nvPicPr>
          <p:cNvPr id="5" name="Picture 9"/>
          <p:cNvPicPr>
            <a:picLocks noChangeAspect="1" noChangeArrowheads="1"/>
          </p:cNvPicPr>
          <p:nvPr/>
        </p:nvPicPr>
        <p:blipFill>
          <a:blip r:embed="rId8" cstate="print"/>
          <a:srcRect/>
          <a:stretch>
            <a:fillRect/>
          </a:stretch>
        </p:blipFill>
        <p:spPr bwMode="auto">
          <a:xfrm>
            <a:off x="4943872" y="368660"/>
            <a:ext cx="1047750" cy="1047750"/>
          </a:xfrm>
          <a:prstGeom prst="rect">
            <a:avLst/>
          </a:prstGeom>
          <a:noFill/>
          <a:ln w="9525">
            <a:noFill/>
            <a:miter lim="800000"/>
            <a:headEnd/>
            <a:tailEnd/>
          </a:ln>
        </p:spPr>
      </p:pic>
      <p:sp>
        <p:nvSpPr>
          <p:cNvPr id="22" name="Freeform: Shape 21">
            <a:extLst>
              <a:ext uri="{FF2B5EF4-FFF2-40B4-BE49-F238E27FC236}">
                <a16:creationId xmlns:a16="http://schemas.microsoft.com/office/drawing/2014/main" id="{B38982DA-0D4E-FA55-F3A2-CE647E74E53D}"/>
              </a:ext>
            </a:extLst>
          </p:cNvPr>
          <p:cNvSpPr/>
          <p:nvPr/>
        </p:nvSpPr>
        <p:spPr>
          <a:xfrm>
            <a:off x="5441156" y="3052338"/>
            <a:ext cx="1309687" cy="1309687"/>
          </a:xfrm>
          <a:custGeom>
            <a:avLst/>
            <a:gdLst>
              <a:gd name="connsiteX0" fmla="*/ 0 w 1309687"/>
              <a:gd name="connsiteY0" fmla="*/ 654844 h 1309687"/>
              <a:gd name="connsiteX1" fmla="*/ 654844 w 1309687"/>
              <a:gd name="connsiteY1" fmla="*/ 0 h 1309687"/>
              <a:gd name="connsiteX2" fmla="*/ 1309688 w 1309687"/>
              <a:gd name="connsiteY2" fmla="*/ 654844 h 1309687"/>
              <a:gd name="connsiteX3" fmla="*/ 654844 w 1309687"/>
              <a:gd name="connsiteY3" fmla="*/ 1309688 h 1309687"/>
              <a:gd name="connsiteX4" fmla="*/ 0 w 1309687"/>
              <a:gd name="connsiteY4" fmla="*/ 654844 h 13096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7" h="1309687">
                <a:moveTo>
                  <a:pt x="0" y="654844"/>
                </a:moveTo>
                <a:cubicBezTo>
                  <a:pt x="0" y="293184"/>
                  <a:pt x="293184" y="0"/>
                  <a:pt x="654844" y="0"/>
                </a:cubicBezTo>
                <a:cubicBezTo>
                  <a:pt x="1016504" y="0"/>
                  <a:pt x="1309688" y="293184"/>
                  <a:pt x="1309688" y="654844"/>
                </a:cubicBezTo>
                <a:cubicBezTo>
                  <a:pt x="1309688" y="1016504"/>
                  <a:pt x="1016504" y="1309688"/>
                  <a:pt x="654844" y="1309688"/>
                </a:cubicBezTo>
                <a:cubicBezTo>
                  <a:pt x="293184" y="1309688"/>
                  <a:pt x="0" y="1016504"/>
                  <a:pt x="0" y="654844"/>
                </a:cubicBezTo>
                <a:close/>
              </a:path>
            </a:pathLst>
          </a:cu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221009" tIns="221009" rIns="221009" bIns="221009" numCol="1" spcCol="1270" anchor="ctr" anchorCtr="0">
            <a:noAutofit/>
          </a:bodyPr>
          <a:lstStyle/>
          <a:p>
            <a:pPr marL="0" lvl="0" indent="0" algn="ctr" defTabSz="1022350">
              <a:lnSpc>
                <a:spcPct val="90000"/>
              </a:lnSpc>
              <a:spcBef>
                <a:spcPct val="0"/>
              </a:spcBef>
              <a:spcAft>
                <a:spcPct val="35000"/>
              </a:spcAft>
              <a:buNone/>
            </a:pPr>
            <a:r>
              <a:rPr lang="en-IN" sz="2300" kern="1200" dirty="0">
                <a:latin typeface="Agency FB" panose="020B0503020202020204" pitchFamily="34" charset="0"/>
              </a:rPr>
              <a:t>Prakriti</a:t>
            </a:r>
          </a:p>
        </p:txBody>
      </p:sp>
      <p:sp>
        <p:nvSpPr>
          <p:cNvPr id="23" name="Freeform: Shape 22">
            <a:extLst>
              <a:ext uri="{FF2B5EF4-FFF2-40B4-BE49-F238E27FC236}">
                <a16:creationId xmlns:a16="http://schemas.microsoft.com/office/drawing/2014/main" id="{B8FB0F63-54C5-39A5-72D4-75C5B689D9C7}"/>
              </a:ext>
            </a:extLst>
          </p:cNvPr>
          <p:cNvSpPr/>
          <p:nvPr/>
        </p:nvSpPr>
        <p:spPr>
          <a:xfrm rot="16200000">
            <a:off x="5957372" y="2610877"/>
            <a:ext cx="277254" cy="445293"/>
          </a:xfrm>
          <a:custGeom>
            <a:avLst/>
            <a:gdLst>
              <a:gd name="connsiteX0" fmla="*/ 0 w 277254"/>
              <a:gd name="connsiteY0" fmla="*/ 89059 h 445293"/>
              <a:gd name="connsiteX1" fmla="*/ 138627 w 277254"/>
              <a:gd name="connsiteY1" fmla="*/ 89059 h 445293"/>
              <a:gd name="connsiteX2" fmla="*/ 138627 w 277254"/>
              <a:gd name="connsiteY2" fmla="*/ 0 h 445293"/>
              <a:gd name="connsiteX3" fmla="*/ 277254 w 277254"/>
              <a:gd name="connsiteY3" fmla="*/ 222647 h 445293"/>
              <a:gd name="connsiteX4" fmla="*/ 138627 w 277254"/>
              <a:gd name="connsiteY4" fmla="*/ 445293 h 445293"/>
              <a:gd name="connsiteX5" fmla="*/ 138627 w 277254"/>
              <a:gd name="connsiteY5" fmla="*/ 356234 h 445293"/>
              <a:gd name="connsiteX6" fmla="*/ 0 w 277254"/>
              <a:gd name="connsiteY6" fmla="*/ 356234 h 445293"/>
              <a:gd name="connsiteX7" fmla="*/ 0 w 277254"/>
              <a:gd name="connsiteY7" fmla="*/ 89059 h 44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254" h="445293">
                <a:moveTo>
                  <a:pt x="0" y="89059"/>
                </a:moveTo>
                <a:lnTo>
                  <a:pt x="138627" y="89059"/>
                </a:lnTo>
                <a:lnTo>
                  <a:pt x="138627" y="0"/>
                </a:lnTo>
                <a:lnTo>
                  <a:pt x="277254" y="222647"/>
                </a:lnTo>
                <a:lnTo>
                  <a:pt x="138627" y="445293"/>
                </a:lnTo>
                <a:lnTo>
                  <a:pt x="138627" y="356234"/>
                </a:lnTo>
                <a:lnTo>
                  <a:pt x="0" y="356234"/>
                </a:lnTo>
                <a:lnTo>
                  <a:pt x="0" y="89059"/>
                </a:lnTo>
                <a:close/>
              </a:path>
            </a:pathLst>
          </a:custGeom>
          <a:effectLst>
            <a:outerShdw blurRad="50800" dist="38100" dir="18900000" algn="bl" rotWithShape="0">
              <a:prstClr val="black">
                <a:alpha val="40000"/>
              </a:prstClr>
            </a:outerShdw>
          </a:effectLst>
        </p:spPr>
        <p:style>
          <a:lnRef idx="0">
            <a:schemeClr val="accent6"/>
          </a:lnRef>
          <a:fillRef idx="3">
            <a:schemeClr val="accent6"/>
          </a:fillRef>
          <a:effectRef idx="3">
            <a:schemeClr val="accent6"/>
          </a:effectRef>
          <a:fontRef idx="minor">
            <a:schemeClr val="lt1"/>
          </a:fontRef>
        </p:style>
        <p:txBody>
          <a:bodyPr spcFirstLastPara="0" vert="horz" wrap="square" lIns="-1" tIns="89058" rIns="83176" bIns="89059" numCol="1" spcCol="1270" anchor="ctr" anchorCtr="0">
            <a:noAutofit/>
          </a:bodyPr>
          <a:lstStyle/>
          <a:p>
            <a:pPr marL="0" lvl="0" indent="0" algn="ctr" defTabSz="800100">
              <a:lnSpc>
                <a:spcPct val="90000"/>
              </a:lnSpc>
              <a:spcBef>
                <a:spcPct val="0"/>
              </a:spcBef>
              <a:spcAft>
                <a:spcPct val="35000"/>
              </a:spcAft>
              <a:buNone/>
            </a:pPr>
            <a:endParaRPr lang="en-IN" sz="1800" kern="1200"/>
          </a:p>
        </p:txBody>
      </p:sp>
      <p:sp>
        <p:nvSpPr>
          <p:cNvPr id="24" name="Freeform: Shape 23">
            <a:extLst>
              <a:ext uri="{FF2B5EF4-FFF2-40B4-BE49-F238E27FC236}">
                <a16:creationId xmlns:a16="http://schemas.microsoft.com/office/drawing/2014/main" id="{C8B63EDA-E3BF-D32C-145F-3FB25BB8451E}"/>
              </a:ext>
            </a:extLst>
          </p:cNvPr>
          <p:cNvSpPr/>
          <p:nvPr/>
        </p:nvSpPr>
        <p:spPr>
          <a:xfrm>
            <a:off x="5441156" y="1254428"/>
            <a:ext cx="1309687" cy="1309687"/>
          </a:xfrm>
          <a:custGeom>
            <a:avLst/>
            <a:gdLst>
              <a:gd name="connsiteX0" fmla="*/ 0 w 1309687"/>
              <a:gd name="connsiteY0" fmla="*/ 654844 h 1309687"/>
              <a:gd name="connsiteX1" fmla="*/ 654844 w 1309687"/>
              <a:gd name="connsiteY1" fmla="*/ 0 h 1309687"/>
              <a:gd name="connsiteX2" fmla="*/ 1309688 w 1309687"/>
              <a:gd name="connsiteY2" fmla="*/ 654844 h 1309687"/>
              <a:gd name="connsiteX3" fmla="*/ 654844 w 1309687"/>
              <a:gd name="connsiteY3" fmla="*/ 1309688 h 1309687"/>
              <a:gd name="connsiteX4" fmla="*/ 0 w 1309687"/>
              <a:gd name="connsiteY4" fmla="*/ 654844 h 13096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7" h="1309687">
                <a:moveTo>
                  <a:pt x="0" y="654844"/>
                </a:moveTo>
                <a:cubicBezTo>
                  <a:pt x="0" y="293184"/>
                  <a:pt x="293184" y="0"/>
                  <a:pt x="654844" y="0"/>
                </a:cubicBezTo>
                <a:cubicBezTo>
                  <a:pt x="1016504" y="0"/>
                  <a:pt x="1309688" y="293184"/>
                  <a:pt x="1309688" y="654844"/>
                </a:cubicBezTo>
                <a:cubicBezTo>
                  <a:pt x="1309688" y="1016504"/>
                  <a:pt x="1016504" y="1309688"/>
                  <a:pt x="654844" y="1309688"/>
                </a:cubicBezTo>
                <a:cubicBezTo>
                  <a:pt x="293184" y="1309688"/>
                  <a:pt x="0" y="1016504"/>
                  <a:pt x="0" y="654844"/>
                </a:cubicBezTo>
                <a:close/>
              </a:path>
            </a:pathLst>
          </a:custGeom>
        </p:spPr>
        <p:style>
          <a:lnRef idx="0">
            <a:schemeClr val="accent6"/>
          </a:lnRef>
          <a:fillRef idx="3">
            <a:schemeClr val="accent6"/>
          </a:fillRef>
          <a:effectRef idx="3">
            <a:schemeClr val="accent6"/>
          </a:effectRef>
          <a:fontRef idx="minor">
            <a:schemeClr val="lt1"/>
          </a:fontRef>
        </p:style>
        <p:txBody>
          <a:bodyPr spcFirstLastPara="0" vert="horz" wrap="square" lIns="214659" tIns="214659" rIns="214659" bIns="214659" numCol="1" spcCol="1270" anchor="ctr" anchorCtr="0">
            <a:noAutofit/>
          </a:bodyPr>
          <a:lstStyle/>
          <a:p>
            <a:pPr marL="0" lvl="0" indent="0" algn="ctr" defTabSz="800100">
              <a:lnSpc>
                <a:spcPct val="90000"/>
              </a:lnSpc>
              <a:spcBef>
                <a:spcPct val="0"/>
              </a:spcBef>
              <a:spcAft>
                <a:spcPct val="35000"/>
              </a:spcAft>
              <a:buNone/>
            </a:pPr>
            <a:r>
              <a:rPr lang="en-IN" sz="1800" kern="1200" dirty="0">
                <a:latin typeface="Agency FB" panose="020B0503020202020204" pitchFamily="34" charset="0"/>
              </a:rPr>
              <a:t>Potential Energy</a:t>
            </a:r>
          </a:p>
          <a:p>
            <a:pPr marL="0" lvl="0" indent="0" algn="ctr" defTabSz="800100">
              <a:lnSpc>
                <a:spcPct val="90000"/>
              </a:lnSpc>
              <a:spcBef>
                <a:spcPct val="0"/>
              </a:spcBef>
              <a:spcAft>
                <a:spcPct val="35000"/>
              </a:spcAft>
              <a:buNone/>
            </a:pPr>
            <a:r>
              <a:rPr lang="en-IN" sz="1800" kern="1200" dirty="0">
                <a:latin typeface="Agency FB" panose="020B0503020202020204" pitchFamily="34" charset="0"/>
              </a:rPr>
              <a:t>(Kaphaj)</a:t>
            </a:r>
          </a:p>
        </p:txBody>
      </p:sp>
      <p:sp>
        <p:nvSpPr>
          <p:cNvPr id="25" name="Freeform: Shape 24">
            <a:extLst>
              <a:ext uri="{FF2B5EF4-FFF2-40B4-BE49-F238E27FC236}">
                <a16:creationId xmlns:a16="http://schemas.microsoft.com/office/drawing/2014/main" id="{CD06BD99-0AC1-3503-6F4A-5F2D625DBD2F}"/>
              </a:ext>
            </a:extLst>
          </p:cNvPr>
          <p:cNvSpPr/>
          <p:nvPr/>
        </p:nvSpPr>
        <p:spPr>
          <a:xfrm rot="1800000">
            <a:off x="6744206" y="3938814"/>
            <a:ext cx="277254" cy="445293"/>
          </a:xfrm>
          <a:custGeom>
            <a:avLst/>
            <a:gdLst>
              <a:gd name="connsiteX0" fmla="*/ 0 w 277254"/>
              <a:gd name="connsiteY0" fmla="*/ 89059 h 445293"/>
              <a:gd name="connsiteX1" fmla="*/ 138627 w 277254"/>
              <a:gd name="connsiteY1" fmla="*/ 89059 h 445293"/>
              <a:gd name="connsiteX2" fmla="*/ 138627 w 277254"/>
              <a:gd name="connsiteY2" fmla="*/ 0 h 445293"/>
              <a:gd name="connsiteX3" fmla="*/ 277254 w 277254"/>
              <a:gd name="connsiteY3" fmla="*/ 222647 h 445293"/>
              <a:gd name="connsiteX4" fmla="*/ 138627 w 277254"/>
              <a:gd name="connsiteY4" fmla="*/ 445293 h 445293"/>
              <a:gd name="connsiteX5" fmla="*/ 138627 w 277254"/>
              <a:gd name="connsiteY5" fmla="*/ 356234 h 445293"/>
              <a:gd name="connsiteX6" fmla="*/ 0 w 277254"/>
              <a:gd name="connsiteY6" fmla="*/ 356234 h 445293"/>
              <a:gd name="connsiteX7" fmla="*/ 0 w 277254"/>
              <a:gd name="connsiteY7" fmla="*/ 89059 h 44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254" h="445293">
                <a:moveTo>
                  <a:pt x="0" y="89059"/>
                </a:moveTo>
                <a:lnTo>
                  <a:pt x="138627" y="89059"/>
                </a:lnTo>
                <a:lnTo>
                  <a:pt x="138627" y="0"/>
                </a:lnTo>
                <a:lnTo>
                  <a:pt x="277254" y="222647"/>
                </a:lnTo>
                <a:lnTo>
                  <a:pt x="138627" y="445293"/>
                </a:lnTo>
                <a:lnTo>
                  <a:pt x="138627" y="356234"/>
                </a:lnTo>
                <a:lnTo>
                  <a:pt x="0" y="356234"/>
                </a:lnTo>
                <a:lnTo>
                  <a:pt x="0" y="89059"/>
                </a:lnTo>
                <a:close/>
              </a:path>
            </a:pathLst>
          </a:custGeom>
          <a:solidFill>
            <a:srgbClr val="7030A0"/>
          </a:solidFill>
          <a:effectLst>
            <a:outerShdw blurRad="50800" dist="38100" dir="18900000" algn="bl" rotWithShape="0">
              <a:prstClr val="black">
                <a:alpha val="40000"/>
              </a:prstClr>
            </a:outerShdw>
          </a:effectLst>
        </p:spPr>
        <p:style>
          <a:lnRef idx="0">
            <a:schemeClr val="lt1">
              <a:hueOff val="0"/>
              <a:satOff val="0"/>
              <a:lumOff val="0"/>
              <a:alphaOff val="0"/>
            </a:schemeClr>
          </a:lnRef>
          <a:fillRef idx="1">
            <a:scrgbClr r="0" g="0" b="0"/>
          </a:fillRef>
          <a:effectRef idx="1">
            <a:schemeClr val="accent3">
              <a:hueOff val="0"/>
              <a:satOff val="0"/>
              <a:lumOff val="0"/>
              <a:alphaOff val="0"/>
            </a:schemeClr>
          </a:effectRef>
          <a:fontRef idx="minor">
            <a:schemeClr val="lt1"/>
          </a:fontRef>
        </p:style>
        <p:txBody>
          <a:bodyPr spcFirstLastPara="0" vert="horz" wrap="square" lIns="0" tIns="89058" rIns="83175" bIns="89059" numCol="1" spcCol="1270" anchor="ctr" anchorCtr="0">
            <a:noAutofit/>
          </a:bodyPr>
          <a:lstStyle/>
          <a:p>
            <a:pPr marL="0" lvl="0" indent="0" algn="ctr" defTabSz="800100">
              <a:lnSpc>
                <a:spcPct val="90000"/>
              </a:lnSpc>
              <a:spcBef>
                <a:spcPct val="0"/>
              </a:spcBef>
              <a:spcAft>
                <a:spcPct val="35000"/>
              </a:spcAft>
              <a:buNone/>
            </a:pPr>
            <a:endParaRPr lang="en-IN" sz="1800" kern="1200"/>
          </a:p>
        </p:txBody>
      </p:sp>
      <p:sp>
        <p:nvSpPr>
          <p:cNvPr id="26" name="Freeform: Shape 25">
            <a:extLst>
              <a:ext uri="{FF2B5EF4-FFF2-40B4-BE49-F238E27FC236}">
                <a16:creationId xmlns:a16="http://schemas.microsoft.com/office/drawing/2014/main" id="{D0CE6C7B-05B1-64C0-84FC-2FD9A7E15C8F}"/>
              </a:ext>
            </a:extLst>
          </p:cNvPr>
          <p:cNvSpPr/>
          <p:nvPr/>
        </p:nvSpPr>
        <p:spPr>
          <a:xfrm>
            <a:off x="7028416" y="3968743"/>
            <a:ext cx="1309687" cy="1309687"/>
          </a:xfrm>
          <a:custGeom>
            <a:avLst/>
            <a:gdLst>
              <a:gd name="connsiteX0" fmla="*/ 0 w 1309687"/>
              <a:gd name="connsiteY0" fmla="*/ 654844 h 1309687"/>
              <a:gd name="connsiteX1" fmla="*/ 654844 w 1309687"/>
              <a:gd name="connsiteY1" fmla="*/ 0 h 1309687"/>
              <a:gd name="connsiteX2" fmla="*/ 1309688 w 1309687"/>
              <a:gd name="connsiteY2" fmla="*/ 654844 h 1309687"/>
              <a:gd name="connsiteX3" fmla="*/ 654844 w 1309687"/>
              <a:gd name="connsiteY3" fmla="*/ 1309688 h 1309687"/>
              <a:gd name="connsiteX4" fmla="*/ 0 w 1309687"/>
              <a:gd name="connsiteY4" fmla="*/ 654844 h 13096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7" h="1309687">
                <a:moveTo>
                  <a:pt x="0" y="654844"/>
                </a:moveTo>
                <a:cubicBezTo>
                  <a:pt x="0" y="293184"/>
                  <a:pt x="293184" y="0"/>
                  <a:pt x="654844" y="0"/>
                </a:cubicBezTo>
                <a:cubicBezTo>
                  <a:pt x="1016504" y="0"/>
                  <a:pt x="1309688" y="293184"/>
                  <a:pt x="1309688" y="654844"/>
                </a:cubicBezTo>
                <a:cubicBezTo>
                  <a:pt x="1309688" y="1016504"/>
                  <a:pt x="1016504" y="1309688"/>
                  <a:pt x="654844" y="1309688"/>
                </a:cubicBezTo>
                <a:cubicBezTo>
                  <a:pt x="293184" y="1309688"/>
                  <a:pt x="0" y="1016504"/>
                  <a:pt x="0" y="654844"/>
                </a:cubicBezTo>
                <a:close/>
              </a:path>
            </a:pathLst>
          </a:custGeom>
          <a:solidFill>
            <a:srgbClr val="7030A0"/>
          </a:solidFill>
        </p:spPr>
        <p:style>
          <a:lnRef idx="3">
            <a:schemeClr val="lt1">
              <a:hueOff val="0"/>
              <a:satOff val="0"/>
              <a:lumOff val="0"/>
              <a:alphaOff val="0"/>
            </a:schemeClr>
          </a:lnRef>
          <a:fillRef idx="1">
            <a:scrgbClr r="0" g="0" b="0"/>
          </a:fillRef>
          <a:effectRef idx="1">
            <a:schemeClr val="accent3">
              <a:hueOff val="0"/>
              <a:satOff val="0"/>
              <a:lumOff val="0"/>
              <a:alphaOff val="0"/>
            </a:schemeClr>
          </a:effectRef>
          <a:fontRef idx="minor">
            <a:schemeClr val="lt1"/>
          </a:fontRef>
        </p:style>
        <p:txBody>
          <a:bodyPr spcFirstLastPara="0" vert="horz" wrap="square" lIns="214659" tIns="214659" rIns="214659" bIns="214659" numCol="1" spcCol="1270" anchor="ctr" anchorCtr="0">
            <a:noAutofit/>
          </a:bodyPr>
          <a:lstStyle/>
          <a:p>
            <a:pPr marL="0" lvl="0" indent="0" algn="ctr" defTabSz="800100">
              <a:lnSpc>
                <a:spcPct val="90000"/>
              </a:lnSpc>
              <a:spcBef>
                <a:spcPct val="0"/>
              </a:spcBef>
              <a:spcAft>
                <a:spcPct val="35000"/>
              </a:spcAft>
              <a:buNone/>
            </a:pPr>
            <a:r>
              <a:rPr lang="en-IN" sz="1800" kern="1200" dirty="0">
                <a:latin typeface="Agency FB" panose="020B0503020202020204" pitchFamily="34" charset="0"/>
              </a:rPr>
              <a:t>Kinetic Energy</a:t>
            </a:r>
          </a:p>
          <a:p>
            <a:pPr marL="0" lvl="0" indent="0" algn="ctr" defTabSz="800100">
              <a:lnSpc>
                <a:spcPct val="90000"/>
              </a:lnSpc>
              <a:spcBef>
                <a:spcPct val="0"/>
              </a:spcBef>
              <a:spcAft>
                <a:spcPct val="35000"/>
              </a:spcAft>
              <a:buNone/>
            </a:pPr>
            <a:r>
              <a:rPr lang="en-IN" sz="1800" kern="1200" dirty="0">
                <a:latin typeface="Agency FB" panose="020B0503020202020204" pitchFamily="34" charset="0"/>
              </a:rPr>
              <a:t>(Vataj)</a:t>
            </a:r>
          </a:p>
        </p:txBody>
      </p:sp>
      <p:sp>
        <p:nvSpPr>
          <p:cNvPr id="27" name="Freeform: Shape 26">
            <a:extLst>
              <a:ext uri="{FF2B5EF4-FFF2-40B4-BE49-F238E27FC236}">
                <a16:creationId xmlns:a16="http://schemas.microsoft.com/office/drawing/2014/main" id="{0A0D9FAA-BE48-ABDF-A4CC-154C2239E15D}"/>
              </a:ext>
            </a:extLst>
          </p:cNvPr>
          <p:cNvSpPr/>
          <p:nvPr/>
        </p:nvSpPr>
        <p:spPr>
          <a:xfrm rot="19800000">
            <a:off x="5170538" y="3938813"/>
            <a:ext cx="277255" cy="445294"/>
          </a:xfrm>
          <a:custGeom>
            <a:avLst/>
            <a:gdLst>
              <a:gd name="connsiteX0" fmla="*/ 0 w 277254"/>
              <a:gd name="connsiteY0" fmla="*/ 89059 h 445293"/>
              <a:gd name="connsiteX1" fmla="*/ 138627 w 277254"/>
              <a:gd name="connsiteY1" fmla="*/ 89059 h 445293"/>
              <a:gd name="connsiteX2" fmla="*/ 138627 w 277254"/>
              <a:gd name="connsiteY2" fmla="*/ 0 h 445293"/>
              <a:gd name="connsiteX3" fmla="*/ 277254 w 277254"/>
              <a:gd name="connsiteY3" fmla="*/ 222647 h 445293"/>
              <a:gd name="connsiteX4" fmla="*/ 138627 w 277254"/>
              <a:gd name="connsiteY4" fmla="*/ 445293 h 445293"/>
              <a:gd name="connsiteX5" fmla="*/ 138627 w 277254"/>
              <a:gd name="connsiteY5" fmla="*/ 356234 h 445293"/>
              <a:gd name="connsiteX6" fmla="*/ 0 w 277254"/>
              <a:gd name="connsiteY6" fmla="*/ 356234 h 445293"/>
              <a:gd name="connsiteX7" fmla="*/ 0 w 277254"/>
              <a:gd name="connsiteY7" fmla="*/ 89059 h 44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254" h="445293">
                <a:moveTo>
                  <a:pt x="277254" y="356234"/>
                </a:moveTo>
                <a:lnTo>
                  <a:pt x="138627" y="356234"/>
                </a:lnTo>
                <a:lnTo>
                  <a:pt x="138627" y="445293"/>
                </a:lnTo>
                <a:lnTo>
                  <a:pt x="0" y="222646"/>
                </a:lnTo>
                <a:lnTo>
                  <a:pt x="138627" y="0"/>
                </a:lnTo>
                <a:lnTo>
                  <a:pt x="138627" y="89059"/>
                </a:lnTo>
                <a:lnTo>
                  <a:pt x="277254" y="89059"/>
                </a:lnTo>
                <a:lnTo>
                  <a:pt x="277254" y="356234"/>
                </a:lnTo>
                <a:close/>
              </a:path>
            </a:pathLst>
          </a:custGeom>
          <a:solidFill>
            <a:srgbClr val="C00000"/>
          </a:solidFill>
          <a:effectLst>
            <a:outerShdw blurRad="50800" dist="38100" dir="18900000" algn="bl" rotWithShape="0">
              <a:prstClr val="black">
                <a:alpha val="40000"/>
              </a:prstClr>
            </a:outerShdw>
          </a:effectLst>
        </p:spPr>
        <p:style>
          <a:lnRef idx="0">
            <a:schemeClr val="lt1">
              <a:hueOff val="0"/>
              <a:satOff val="0"/>
              <a:lumOff val="0"/>
              <a:alphaOff val="0"/>
            </a:schemeClr>
          </a:lnRef>
          <a:fillRef idx="1">
            <a:scrgbClr r="0" g="0" b="0"/>
          </a:fillRef>
          <a:effectRef idx="1">
            <a:schemeClr val="accent4">
              <a:hueOff val="0"/>
              <a:satOff val="0"/>
              <a:lumOff val="0"/>
              <a:alphaOff val="0"/>
            </a:schemeClr>
          </a:effectRef>
          <a:fontRef idx="minor">
            <a:schemeClr val="lt1"/>
          </a:fontRef>
        </p:style>
        <p:txBody>
          <a:bodyPr spcFirstLastPara="0" vert="horz" wrap="square" lIns="83175" tIns="89059" rIns="1" bIns="89059" numCol="1" spcCol="1270" anchor="ctr" anchorCtr="0">
            <a:noAutofit/>
          </a:bodyPr>
          <a:lstStyle/>
          <a:p>
            <a:pPr marL="0" lvl="0" indent="0" algn="ctr" defTabSz="800100">
              <a:lnSpc>
                <a:spcPct val="90000"/>
              </a:lnSpc>
              <a:spcBef>
                <a:spcPct val="0"/>
              </a:spcBef>
              <a:spcAft>
                <a:spcPct val="35000"/>
              </a:spcAft>
              <a:buNone/>
            </a:pPr>
            <a:endParaRPr lang="en-IN" sz="1800" kern="1200"/>
          </a:p>
        </p:txBody>
      </p:sp>
      <p:sp>
        <p:nvSpPr>
          <p:cNvPr id="28" name="Freeform: Shape 27">
            <a:extLst>
              <a:ext uri="{FF2B5EF4-FFF2-40B4-BE49-F238E27FC236}">
                <a16:creationId xmlns:a16="http://schemas.microsoft.com/office/drawing/2014/main" id="{12B5A14E-C2A8-DF49-130B-08F42E40C72A}"/>
              </a:ext>
            </a:extLst>
          </p:cNvPr>
          <p:cNvSpPr/>
          <p:nvPr/>
        </p:nvSpPr>
        <p:spPr>
          <a:xfrm>
            <a:off x="3853896" y="3968743"/>
            <a:ext cx="1309687" cy="1309687"/>
          </a:xfrm>
          <a:custGeom>
            <a:avLst/>
            <a:gdLst>
              <a:gd name="connsiteX0" fmla="*/ 0 w 1309687"/>
              <a:gd name="connsiteY0" fmla="*/ 654844 h 1309687"/>
              <a:gd name="connsiteX1" fmla="*/ 654844 w 1309687"/>
              <a:gd name="connsiteY1" fmla="*/ 0 h 1309687"/>
              <a:gd name="connsiteX2" fmla="*/ 1309688 w 1309687"/>
              <a:gd name="connsiteY2" fmla="*/ 654844 h 1309687"/>
              <a:gd name="connsiteX3" fmla="*/ 654844 w 1309687"/>
              <a:gd name="connsiteY3" fmla="*/ 1309688 h 1309687"/>
              <a:gd name="connsiteX4" fmla="*/ 0 w 1309687"/>
              <a:gd name="connsiteY4" fmla="*/ 654844 h 13096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7" h="1309687">
                <a:moveTo>
                  <a:pt x="0" y="654844"/>
                </a:moveTo>
                <a:cubicBezTo>
                  <a:pt x="0" y="293184"/>
                  <a:pt x="293184" y="0"/>
                  <a:pt x="654844" y="0"/>
                </a:cubicBezTo>
                <a:cubicBezTo>
                  <a:pt x="1016504" y="0"/>
                  <a:pt x="1309688" y="293184"/>
                  <a:pt x="1309688" y="654844"/>
                </a:cubicBezTo>
                <a:cubicBezTo>
                  <a:pt x="1309688" y="1016504"/>
                  <a:pt x="1016504" y="1309688"/>
                  <a:pt x="654844" y="1309688"/>
                </a:cubicBezTo>
                <a:cubicBezTo>
                  <a:pt x="293184" y="1309688"/>
                  <a:pt x="0" y="1016504"/>
                  <a:pt x="0" y="654844"/>
                </a:cubicBezTo>
                <a:close/>
              </a:path>
            </a:pathLst>
          </a:custGeom>
          <a:solidFill>
            <a:srgbClr val="C00000"/>
          </a:solidFill>
        </p:spPr>
        <p:style>
          <a:lnRef idx="3">
            <a:schemeClr val="lt1">
              <a:hueOff val="0"/>
              <a:satOff val="0"/>
              <a:lumOff val="0"/>
              <a:alphaOff val="0"/>
            </a:schemeClr>
          </a:lnRef>
          <a:fillRef idx="1">
            <a:scrgbClr r="0" g="0" b="0"/>
          </a:fillRef>
          <a:effectRef idx="1">
            <a:schemeClr val="accent4">
              <a:hueOff val="0"/>
              <a:satOff val="0"/>
              <a:lumOff val="0"/>
              <a:alphaOff val="0"/>
            </a:schemeClr>
          </a:effectRef>
          <a:fontRef idx="minor">
            <a:schemeClr val="lt1"/>
          </a:fontRef>
        </p:style>
        <p:txBody>
          <a:bodyPr spcFirstLastPara="0" vert="horz" wrap="square" lIns="214659" tIns="214659" rIns="214659" bIns="214659" numCol="1" spcCol="1270" anchor="ctr" anchorCtr="0">
            <a:noAutofit/>
          </a:bodyPr>
          <a:lstStyle/>
          <a:p>
            <a:pPr marL="0" lvl="0" indent="0" algn="ctr" defTabSz="800100">
              <a:lnSpc>
                <a:spcPct val="90000"/>
              </a:lnSpc>
              <a:spcBef>
                <a:spcPct val="0"/>
              </a:spcBef>
              <a:spcAft>
                <a:spcPct val="35000"/>
              </a:spcAft>
              <a:buNone/>
            </a:pPr>
            <a:r>
              <a:rPr lang="en-IN" sz="1800" kern="1200" dirty="0">
                <a:latin typeface="Agency FB" panose="020B0503020202020204" pitchFamily="34" charset="0"/>
              </a:rPr>
              <a:t>Thermal Energy (Pittaj)</a:t>
            </a:r>
          </a:p>
        </p:txBody>
      </p:sp>
      <p:sp>
        <p:nvSpPr>
          <p:cNvPr id="10" name="TextBox 9"/>
          <p:cNvSpPr txBox="1"/>
          <p:nvPr/>
        </p:nvSpPr>
        <p:spPr>
          <a:xfrm>
            <a:off x="2639616" y="3887759"/>
            <a:ext cx="1296144" cy="369332"/>
          </a:xfrm>
          <a:prstGeom prst="rect">
            <a:avLst/>
          </a:prstGeom>
          <a:noFill/>
        </p:spPr>
        <p:txBody>
          <a:bodyPr wrap="square" rtlCol="0">
            <a:spAutoFit/>
          </a:bodyPr>
          <a:lstStyle/>
          <a:p>
            <a:r>
              <a:rPr lang="en-IN" b="1" dirty="0">
                <a:latin typeface="Agency FB" panose="020B0503020202020204" pitchFamily="34" charset="0"/>
              </a:rPr>
              <a:t>Little water</a:t>
            </a:r>
          </a:p>
        </p:txBody>
      </p:sp>
      <p:sp>
        <p:nvSpPr>
          <p:cNvPr id="11" name="TextBox 10"/>
          <p:cNvSpPr txBox="1"/>
          <p:nvPr/>
        </p:nvSpPr>
        <p:spPr>
          <a:xfrm>
            <a:off x="3359696" y="6129299"/>
            <a:ext cx="936104" cy="369332"/>
          </a:xfrm>
          <a:prstGeom prst="rect">
            <a:avLst/>
          </a:prstGeom>
          <a:noFill/>
        </p:spPr>
        <p:txBody>
          <a:bodyPr wrap="square" rtlCol="0">
            <a:spAutoFit/>
          </a:bodyPr>
          <a:lstStyle/>
          <a:p>
            <a:pPr algn="ctr"/>
            <a:r>
              <a:rPr lang="en-IN" b="1" dirty="0">
                <a:latin typeface="Agency FB" panose="020B0503020202020204" pitchFamily="34" charset="0"/>
              </a:rPr>
              <a:t>Fire</a:t>
            </a:r>
          </a:p>
        </p:txBody>
      </p:sp>
      <p:sp>
        <p:nvSpPr>
          <p:cNvPr id="12" name="TextBox 11"/>
          <p:cNvSpPr txBox="1"/>
          <p:nvPr/>
        </p:nvSpPr>
        <p:spPr>
          <a:xfrm>
            <a:off x="7896200" y="6129299"/>
            <a:ext cx="936104" cy="369332"/>
          </a:xfrm>
          <a:prstGeom prst="rect">
            <a:avLst/>
          </a:prstGeom>
          <a:noFill/>
        </p:spPr>
        <p:txBody>
          <a:bodyPr wrap="square" rtlCol="0">
            <a:spAutoFit/>
          </a:bodyPr>
          <a:lstStyle/>
          <a:p>
            <a:pPr algn="ctr"/>
            <a:r>
              <a:rPr lang="en-IN" b="1" dirty="0">
                <a:latin typeface="Agency FB" panose="020B0503020202020204" pitchFamily="34" charset="0"/>
              </a:rPr>
              <a:t>Ether</a:t>
            </a:r>
          </a:p>
        </p:txBody>
      </p:sp>
      <p:sp>
        <p:nvSpPr>
          <p:cNvPr id="13" name="TextBox 12"/>
          <p:cNvSpPr txBox="1"/>
          <p:nvPr/>
        </p:nvSpPr>
        <p:spPr>
          <a:xfrm>
            <a:off x="8400256" y="3812995"/>
            <a:ext cx="936104" cy="369332"/>
          </a:xfrm>
          <a:prstGeom prst="rect">
            <a:avLst/>
          </a:prstGeom>
          <a:noFill/>
        </p:spPr>
        <p:txBody>
          <a:bodyPr wrap="square" rtlCol="0">
            <a:spAutoFit/>
          </a:bodyPr>
          <a:lstStyle/>
          <a:p>
            <a:pPr algn="ctr"/>
            <a:r>
              <a:rPr lang="en-IN" b="1" dirty="0">
                <a:latin typeface="Agency FB" panose="020B0503020202020204" pitchFamily="34" charset="0"/>
              </a:rPr>
              <a:t>Air</a:t>
            </a:r>
          </a:p>
        </p:txBody>
      </p:sp>
      <p:sp>
        <p:nvSpPr>
          <p:cNvPr id="14" name="TextBox 13"/>
          <p:cNvSpPr txBox="1"/>
          <p:nvPr/>
        </p:nvSpPr>
        <p:spPr>
          <a:xfrm>
            <a:off x="4079776" y="656691"/>
            <a:ext cx="936104" cy="369332"/>
          </a:xfrm>
          <a:prstGeom prst="rect">
            <a:avLst/>
          </a:prstGeom>
          <a:noFill/>
        </p:spPr>
        <p:txBody>
          <a:bodyPr wrap="square" rtlCol="0">
            <a:spAutoFit/>
          </a:bodyPr>
          <a:lstStyle/>
          <a:p>
            <a:pPr algn="r"/>
            <a:r>
              <a:rPr lang="en-IN" b="1" dirty="0">
                <a:latin typeface="Agency FB" panose="020B0503020202020204" pitchFamily="34" charset="0"/>
              </a:rPr>
              <a:t>Earth</a:t>
            </a:r>
          </a:p>
        </p:txBody>
      </p:sp>
      <p:sp>
        <p:nvSpPr>
          <p:cNvPr id="15" name="TextBox 14"/>
          <p:cNvSpPr txBox="1"/>
          <p:nvPr/>
        </p:nvSpPr>
        <p:spPr>
          <a:xfrm>
            <a:off x="7248128" y="656691"/>
            <a:ext cx="936104" cy="369332"/>
          </a:xfrm>
          <a:prstGeom prst="rect">
            <a:avLst/>
          </a:prstGeom>
          <a:noFill/>
        </p:spPr>
        <p:txBody>
          <a:bodyPr wrap="square" rtlCol="0">
            <a:spAutoFit/>
          </a:bodyPr>
          <a:lstStyle/>
          <a:p>
            <a:r>
              <a:rPr lang="en-IN" b="1" dirty="0">
                <a:latin typeface="Agency FB" panose="020B0503020202020204" pitchFamily="34" charset="0"/>
              </a:rPr>
              <a:t>Water</a:t>
            </a:r>
          </a:p>
        </p:txBody>
      </p:sp>
      <p:sp>
        <p:nvSpPr>
          <p:cNvPr id="16" name="TextBox 15">
            <a:extLst>
              <a:ext uri="{FF2B5EF4-FFF2-40B4-BE49-F238E27FC236}">
                <a16:creationId xmlns:a16="http://schemas.microsoft.com/office/drawing/2014/main" id="{9B27FBD5-6C94-3CD8-EBD8-E56D4DEA63EA}"/>
              </a:ext>
            </a:extLst>
          </p:cNvPr>
          <p:cNvSpPr txBox="1"/>
          <p:nvPr/>
        </p:nvSpPr>
        <p:spPr>
          <a:xfrm>
            <a:off x="6879561" y="2351989"/>
            <a:ext cx="5076564" cy="461665"/>
          </a:xfrm>
          <a:prstGeom prst="rect">
            <a:avLst/>
          </a:prstGeom>
          <a:noFill/>
        </p:spPr>
        <p:txBody>
          <a:bodyPr wrap="square">
            <a:spAutoFit/>
          </a:bodyPr>
          <a:lstStyle/>
          <a:p>
            <a:r>
              <a:rPr lang="en-IN" sz="2400" dirty="0">
                <a:solidFill>
                  <a:srgbClr val="993366"/>
                </a:solidFill>
                <a:effectLst/>
                <a:latin typeface="Agency FB" panose="020B0503020202020204" pitchFamily="34" charset="0"/>
                <a:ea typeface="Times New Roman" panose="02020603050405020304" pitchFamily="18" charset="0"/>
              </a:rPr>
              <a:t>Relationship between Tri-Dosha and Five Elements</a:t>
            </a:r>
            <a:endParaRPr lang="en-IN" sz="2400" dirty="0">
              <a:solidFill>
                <a:srgbClr val="993366"/>
              </a:solidFill>
              <a:latin typeface="Agency FB" panose="020B0503020202020204" pitchFamily="34" charset="0"/>
            </a:endParaRPr>
          </a:p>
        </p:txBody>
      </p:sp>
      <p:sp>
        <p:nvSpPr>
          <p:cNvPr id="29" name="TextBox 28">
            <a:extLst>
              <a:ext uri="{FF2B5EF4-FFF2-40B4-BE49-F238E27FC236}">
                <a16:creationId xmlns:a16="http://schemas.microsoft.com/office/drawing/2014/main" id="{5F443077-F87E-84CB-2997-AFA68F3E2E33}"/>
              </a:ext>
            </a:extLst>
          </p:cNvPr>
          <p:cNvSpPr txBox="1"/>
          <p:nvPr/>
        </p:nvSpPr>
        <p:spPr>
          <a:xfrm>
            <a:off x="1419950" y="1708242"/>
            <a:ext cx="1437222" cy="523220"/>
          </a:xfrm>
          <a:prstGeom prst="rect">
            <a:avLst/>
          </a:prstGeom>
          <a:noFill/>
        </p:spPr>
        <p:txBody>
          <a:bodyPr wrap="square">
            <a:spAutoFit/>
          </a:bodyPr>
          <a:lstStyle/>
          <a:p>
            <a:pPr marL="0" indent="0">
              <a:buNone/>
            </a:pPr>
            <a:r>
              <a:rPr lang="en-GB" sz="2800" dirty="0">
                <a:solidFill>
                  <a:schemeClr val="accent6">
                    <a:lumMod val="50000"/>
                  </a:schemeClr>
                </a:solidFill>
                <a:latin typeface="Agency FB" panose="020B0503020202020204" pitchFamily="34" charset="0"/>
                <a:cs typeface="Teko" panose="020B0604020202020204" charset="0"/>
              </a:rPr>
              <a:t>Physical</a:t>
            </a:r>
            <a:endParaRPr lang="en-IN" sz="2800" dirty="0">
              <a:solidFill>
                <a:schemeClr val="accent6">
                  <a:lumMod val="50000"/>
                </a:schemeClr>
              </a:solidFill>
              <a:latin typeface="Agency FB" panose="020B0503020202020204" pitchFamily="34" charset="0"/>
              <a:cs typeface="Teko" panose="020B0604020202020204" charset="0"/>
            </a:endParaRPr>
          </a:p>
        </p:txBody>
      </p:sp>
      <p:sp>
        <p:nvSpPr>
          <p:cNvPr id="30" name="TextBox 29">
            <a:extLst>
              <a:ext uri="{FF2B5EF4-FFF2-40B4-BE49-F238E27FC236}">
                <a16:creationId xmlns:a16="http://schemas.microsoft.com/office/drawing/2014/main" id="{15A98C2F-64C4-1685-4CE5-276E58CE99F1}"/>
              </a:ext>
            </a:extLst>
          </p:cNvPr>
          <p:cNvSpPr txBox="1"/>
          <p:nvPr/>
        </p:nvSpPr>
        <p:spPr>
          <a:xfrm>
            <a:off x="1410392" y="2351989"/>
            <a:ext cx="1877296" cy="523220"/>
          </a:xfrm>
          <a:prstGeom prst="rect">
            <a:avLst/>
          </a:prstGeom>
          <a:noFill/>
        </p:spPr>
        <p:txBody>
          <a:bodyPr wrap="square">
            <a:spAutoFit/>
          </a:bodyPr>
          <a:lstStyle/>
          <a:p>
            <a:pPr marL="0" indent="0">
              <a:buNone/>
            </a:pPr>
            <a:r>
              <a:rPr lang="en-GB" sz="2800" dirty="0">
                <a:solidFill>
                  <a:schemeClr val="accent6">
                    <a:lumMod val="50000"/>
                  </a:schemeClr>
                </a:solidFill>
                <a:latin typeface="Agency FB" panose="020B0503020202020204" pitchFamily="34" charset="0"/>
                <a:cs typeface="Teko" panose="020B0604020202020204" charset="0"/>
              </a:rPr>
              <a:t>Physiological</a:t>
            </a:r>
            <a:endParaRPr lang="en-IN" sz="2800" dirty="0">
              <a:solidFill>
                <a:schemeClr val="accent6">
                  <a:lumMod val="50000"/>
                </a:schemeClr>
              </a:solidFill>
              <a:latin typeface="Agency FB" panose="020B0503020202020204" pitchFamily="34" charset="0"/>
              <a:cs typeface="Teko" panose="020B0604020202020204" charset="0"/>
            </a:endParaRPr>
          </a:p>
        </p:txBody>
      </p:sp>
      <p:sp>
        <p:nvSpPr>
          <p:cNvPr id="31" name="TextBox 30">
            <a:extLst>
              <a:ext uri="{FF2B5EF4-FFF2-40B4-BE49-F238E27FC236}">
                <a16:creationId xmlns:a16="http://schemas.microsoft.com/office/drawing/2014/main" id="{9983CDAC-477D-4A28-E5DA-2BF65C07F173}"/>
              </a:ext>
            </a:extLst>
          </p:cNvPr>
          <p:cNvSpPr txBox="1"/>
          <p:nvPr/>
        </p:nvSpPr>
        <p:spPr>
          <a:xfrm>
            <a:off x="1419950" y="3007959"/>
            <a:ext cx="1877296" cy="523220"/>
          </a:xfrm>
          <a:prstGeom prst="rect">
            <a:avLst/>
          </a:prstGeom>
          <a:noFill/>
        </p:spPr>
        <p:txBody>
          <a:bodyPr wrap="square">
            <a:spAutoFit/>
          </a:bodyPr>
          <a:lstStyle/>
          <a:p>
            <a:pPr marL="0" indent="0">
              <a:buNone/>
            </a:pPr>
            <a:r>
              <a:rPr lang="en-GB" sz="2800" dirty="0">
                <a:solidFill>
                  <a:schemeClr val="accent6">
                    <a:lumMod val="50000"/>
                  </a:schemeClr>
                </a:solidFill>
                <a:latin typeface="Agency FB" panose="020B0503020202020204" pitchFamily="34" charset="0"/>
                <a:cs typeface="Teko" panose="020B0604020202020204" charset="0"/>
              </a:rPr>
              <a:t>Psychological</a:t>
            </a:r>
            <a:endParaRPr lang="en-IN" sz="2800" dirty="0">
              <a:solidFill>
                <a:schemeClr val="accent6">
                  <a:lumMod val="50000"/>
                </a:schemeClr>
              </a:solidFill>
              <a:latin typeface="Agency FB" panose="020B0503020202020204" pitchFamily="34" charset="0"/>
              <a:cs typeface="Teko" panose="020B0604020202020204" charset="0"/>
            </a:endParaRPr>
          </a:p>
        </p:txBody>
      </p:sp>
      <p:sp>
        <p:nvSpPr>
          <p:cNvPr id="32" name="TextBox 31">
            <a:extLst>
              <a:ext uri="{FF2B5EF4-FFF2-40B4-BE49-F238E27FC236}">
                <a16:creationId xmlns:a16="http://schemas.microsoft.com/office/drawing/2014/main" id="{9C6C4820-7993-FBC9-12BD-68000EA3D7FB}"/>
              </a:ext>
            </a:extLst>
          </p:cNvPr>
          <p:cNvSpPr txBox="1"/>
          <p:nvPr/>
        </p:nvSpPr>
        <p:spPr>
          <a:xfrm>
            <a:off x="67244" y="84035"/>
            <a:ext cx="3576606" cy="584775"/>
          </a:xfrm>
          <a:prstGeom prst="rect">
            <a:avLst/>
          </a:prstGeom>
          <a:noFill/>
        </p:spPr>
        <p:txBody>
          <a:bodyPr wrap="square">
            <a:spAutoFit/>
          </a:bodyPr>
          <a:lstStyle/>
          <a:p>
            <a:r>
              <a:rPr lang="en-IN" sz="3200" dirty="0">
                <a:solidFill>
                  <a:srgbClr val="7030A0"/>
                </a:solidFill>
                <a:latin typeface="Agency FB" panose="020B0503020202020204" pitchFamily="34" charset="0"/>
              </a:rPr>
              <a:t>Indigenous Knowledge  </a:t>
            </a:r>
          </a:p>
        </p:txBody>
      </p:sp>
      <p:pic>
        <p:nvPicPr>
          <p:cNvPr id="33" name="Graphic 32" descr="Badge with solid fill">
            <a:extLst>
              <a:ext uri="{FF2B5EF4-FFF2-40B4-BE49-F238E27FC236}">
                <a16:creationId xmlns:a16="http://schemas.microsoft.com/office/drawing/2014/main" id="{9BFD9750-ADC5-8694-95E5-4F991603835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69760" y="2387676"/>
            <a:ext cx="440634" cy="440634"/>
          </a:xfrm>
          <a:prstGeom prst="rect">
            <a:avLst/>
          </a:prstGeom>
        </p:spPr>
      </p:pic>
      <p:pic>
        <p:nvPicPr>
          <p:cNvPr id="34" name="Graphic 33" descr="Badge 3 with solid fill">
            <a:extLst>
              <a:ext uri="{FF2B5EF4-FFF2-40B4-BE49-F238E27FC236}">
                <a16:creationId xmlns:a16="http://schemas.microsoft.com/office/drawing/2014/main" id="{E966F025-E75A-2A60-8B69-A31A9D13329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84203" y="3074202"/>
            <a:ext cx="440634" cy="440634"/>
          </a:xfrm>
          <a:prstGeom prst="rect">
            <a:avLst/>
          </a:prstGeom>
        </p:spPr>
      </p:pic>
      <p:pic>
        <p:nvPicPr>
          <p:cNvPr id="35" name="Graphic 34" descr="Badge 1 with solid fill">
            <a:extLst>
              <a:ext uri="{FF2B5EF4-FFF2-40B4-BE49-F238E27FC236}">
                <a16:creationId xmlns:a16="http://schemas.microsoft.com/office/drawing/2014/main" id="{3882BE51-EDE3-22E8-38F4-FCCD2416F86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84203" y="1743929"/>
            <a:ext cx="440634" cy="440634"/>
          </a:xfrm>
          <a:prstGeom prst="rect">
            <a:avLst/>
          </a:prstGeom>
        </p:spPr>
      </p:pic>
      <p:sp>
        <p:nvSpPr>
          <p:cNvPr id="2" name="Google Shape;44;p30">
            <a:extLst>
              <a:ext uri="{FF2B5EF4-FFF2-40B4-BE49-F238E27FC236}">
                <a16:creationId xmlns:a16="http://schemas.microsoft.com/office/drawing/2014/main" id="{8BD80AA0-B9E4-41BF-F5ED-F0B645A26E6F}"/>
              </a:ext>
            </a:extLst>
          </p:cNvPr>
          <p:cNvSpPr txBox="1">
            <a:spLocks noGrp="1"/>
          </p:cNvSpPr>
          <p:nvPr>
            <p:ph type="sldNum" idx="12"/>
          </p:nvPr>
        </p:nvSpPr>
        <p:spPr>
          <a:xfrm>
            <a:off x="11669127" y="6400800"/>
            <a:ext cx="404190" cy="381000"/>
          </a:xfrm>
          <a:prstGeom prst="rect">
            <a:avLst/>
          </a:prstGeom>
          <a:solidFill>
            <a:srgbClr val="F8A2A6"/>
          </a:solidFill>
          <a:ln w="19050" cap="flat" cmpd="sng">
            <a:solidFill>
              <a:srgbClr val="B7202E"/>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400"/>
              <a:buNone/>
            </a:pPr>
            <a:r>
              <a:rPr lang="en-IN" sz="2400" dirty="0">
                <a:solidFill>
                  <a:schemeClr val="lt2"/>
                </a:solidFill>
                <a:latin typeface="Teko"/>
                <a:ea typeface="Teko"/>
                <a:cs typeface="Teko"/>
                <a:sym typeface="Teko"/>
              </a:rPr>
              <a:t>3</a:t>
            </a:r>
            <a:endParaRPr dirty="0">
              <a:latin typeface="Teko"/>
              <a:ea typeface="Teko"/>
              <a:cs typeface="Teko"/>
              <a:sym typeface="Tek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0"/>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3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animBg="1"/>
      <p:bldP spid="10" grpId="0"/>
      <p:bldP spid="11" grpId="0"/>
      <p:bldP spid="12" grpId="0"/>
      <p:bldP spid="13" grpId="0"/>
      <p:bldP spid="14" grpId="0"/>
      <p:bldP spid="15" grpId="0"/>
      <p:bldP spid="16" grpId="0"/>
      <p:bldP spid="29" grpId="0"/>
      <p:bldP spid="30" grpId="0"/>
      <p:bldP spid="3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0C86ADE-7A42-EAD1-B488-4B837637409A}"/>
              </a:ext>
            </a:extLst>
          </p:cNvPr>
          <p:cNvSpPr/>
          <p:nvPr/>
        </p:nvSpPr>
        <p:spPr>
          <a:xfrm>
            <a:off x="82502" y="2151934"/>
            <a:ext cx="6222045" cy="46298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B9EE308A-AE44-E8A5-9ACF-2F3995F5194A}"/>
              </a:ext>
            </a:extLst>
          </p:cNvPr>
          <p:cNvSpPr txBox="1"/>
          <p:nvPr/>
        </p:nvSpPr>
        <p:spPr>
          <a:xfrm>
            <a:off x="7223380" y="5490231"/>
            <a:ext cx="1919064" cy="400110"/>
          </a:xfrm>
          <a:prstGeom prst="rect">
            <a:avLst/>
          </a:prstGeom>
          <a:noFill/>
        </p:spPr>
        <p:txBody>
          <a:bodyPr wrap="square">
            <a:spAutoFit/>
          </a:bodyPr>
          <a:lstStyle/>
          <a:p>
            <a:r>
              <a:rPr lang="en-GB" sz="2000" dirty="0" err="1">
                <a:solidFill>
                  <a:srgbClr val="0070C0"/>
                </a:solidFill>
                <a:latin typeface="Agency FB" panose="020B0503020202020204" pitchFamily="34" charset="0"/>
              </a:rPr>
              <a:t>Vataj</a:t>
            </a:r>
            <a:r>
              <a:rPr lang="en-GB" sz="2000" dirty="0">
                <a:solidFill>
                  <a:srgbClr val="0070C0"/>
                </a:solidFill>
                <a:latin typeface="Agency FB" panose="020B0503020202020204" pitchFamily="34" charset="0"/>
              </a:rPr>
              <a:t> – Lush Forest</a:t>
            </a:r>
            <a:endParaRPr lang="en-IN" sz="2000" dirty="0">
              <a:solidFill>
                <a:srgbClr val="0070C0"/>
              </a:solidFill>
              <a:latin typeface="Agency FB" panose="020B0503020202020204" pitchFamily="34" charset="0"/>
            </a:endParaRPr>
          </a:p>
        </p:txBody>
      </p:sp>
      <p:sp>
        <p:nvSpPr>
          <p:cNvPr id="25" name="TextBox 24">
            <a:extLst>
              <a:ext uri="{FF2B5EF4-FFF2-40B4-BE49-F238E27FC236}">
                <a16:creationId xmlns:a16="http://schemas.microsoft.com/office/drawing/2014/main" id="{FA852D98-2EFA-628A-B1A0-5017F08BABEF}"/>
              </a:ext>
            </a:extLst>
          </p:cNvPr>
          <p:cNvSpPr txBox="1"/>
          <p:nvPr/>
        </p:nvSpPr>
        <p:spPr>
          <a:xfrm>
            <a:off x="7223380" y="5074900"/>
            <a:ext cx="2894476" cy="400110"/>
          </a:xfrm>
          <a:prstGeom prst="rect">
            <a:avLst/>
          </a:prstGeom>
          <a:noFill/>
        </p:spPr>
        <p:txBody>
          <a:bodyPr wrap="square">
            <a:spAutoFit/>
          </a:bodyPr>
          <a:lstStyle/>
          <a:p>
            <a:r>
              <a:rPr lang="en-GB" sz="2000" dirty="0" err="1">
                <a:solidFill>
                  <a:srgbClr val="0070C0"/>
                </a:solidFill>
                <a:latin typeface="Agency FB" panose="020B0503020202020204" pitchFamily="34" charset="0"/>
              </a:rPr>
              <a:t>Pittaj</a:t>
            </a:r>
            <a:r>
              <a:rPr lang="en-GB" sz="2000" dirty="0">
                <a:solidFill>
                  <a:srgbClr val="0070C0"/>
                </a:solidFill>
                <a:latin typeface="Agency FB" panose="020B0503020202020204" pitchFamily="34" charset="0"/>
              </a:rPr>
              <a:t> – Mountains + Water bodies </a:t>
            </a:r>
            <a:endParaRPr lang="en-IN" sz="2000" dirty="0">
              <a:solidFill>
                <a:srgbClr val="0070C0"/>
              </a:solidFill>
              <a:latin typeface="Agency FB" panose="020B0503020202020204" pitchFamily="34" charset="0"/>
            </a:endParaRPr>
          </a:p>
        </p:txBody>
      </p:sp>
      <p:sp>
        <p:nvSpPr>
          <p:cNvPr id="27" name="TextBox 26">
            <a:extLst>
              <a:ext uri="{FF2B5EF4-FFF2-40B4-BE49-F238E27FC236}">
                <a16:creationId xmlns:a16="http://schemas.microsoft.com/office/drawing/2014/main" id="{A239E4A4-4E74-DB5D-AD1A-6DC8BB7D045F}"/>
              </a:ext>
            </a:extLst>
          </p:cNvPr>
          <p:cNvSpPr txBox="1"/>
          <p:nvPr/>
        </p:nvSpPr>
        <p:spPr>
          <a:xfrm>
            <a:off x="7223380" y="4691146"/>
            <a:ext cx="2682248" cy="400110"/>
          </a:xfrm>
          <a:prstGeom prst="rect">
            <a:avLst/>
          </a:prstGeom>
          <a:noFill/>
        </p:spPr>
        <p:txBody>
          <a:bodyPr wrap="square">
            <a:spAutoFit/>
          </a:bodyPr>
          <a:lstStyle/>
          <a:p>
            <a:r>
              <a:rPr lang="en-GB" sz="2000" dirty="0" err="1">
                <a:solidFill>
                  <a:srgbClr val="0070C0"/>
                </a:solidFill>
                <a:latin typeface="Agency FB" panose="020B0503020202020204" pitchFamily="34" charset="0"/>
              </a:rPr>
              <a:t>Kaphaj</a:t>
            </a:r>
            <a:r>
              <a:rPr lang="en-GB" sz="2000" dirty="0">
                <a:solidFill>
                  <a:srgbClr val="0070C0"/>
                </a:solidFill>
                <a:latin typeface="Agency FB" panose="020B0503020202020204" pitchFamily="34" charset="0"/>
              </a:rPr>
              <a:t>- Flowing water, </a:t>
            </a:r>
            <a:r>
              <a:rPr lang="en-GB" sz="2000" dirty="0" err="1">
                <a:solidFill>
                  <a:srgbClr val="0070C0"/>
                </a:solidFill>
                <a:latin typeface="Agency FB" panose="020B0503020202020204" pitchFamily="34" charset="0"/>
              </a:rPr>
              <a:t>Medows</a:t>
            </a:r>
            <a:endParaRPr lang="en-IN" sz="2000" dirty="0">
              <a:solidFill>
                <a:srgbClr val="0070C0"/>
              </a:solidFill>
              <a:latin typeface="Agency FB" panose="020B0503020202020204" pitchFamily="34" charset="0"/>
            </a:endParaRPr>
          </a:p>
        </p:txBody>
      </p:sp>
      <p:sp>
        <p:nvSpPr>
          <p:cNvPr id="30" name="Rectangle: Rounded Corners 29">
            <a:extLst>
              <a:ext uri="{FF2B5EF4-FFF2-40B4-BE49-F238E27FC236}">
                <a16:creationId xmlns:a16="http://schemas.microsoft.com/office/drawing/2014/main" id="{2F2051EC-BAEC-695B-4A58-E45827CBF1AF}"/>
              </a:ext>
            </a:extLst>
          </p:cNvPr>
          <p:cNvSpPr/>
          <p:nvPr/>
        </p:nvSpPr>
        <p:spPr>
          <a:xfrm>
            <a:off x="6964031" y="4515206"/>
            <a:ext cx="3823880" cy="1548710"/>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29" name="TextBox 28">
            <a:extLst>
              <a:ext uri="{FF2B5EF4-FFF2-40B4-BE49-F238E27FC236}">
                <a16:creationId xmlns:a16="http://schemas.microsoft.com/office/drawing/2014/main" id="{D9D3DD27-E6D5-9136-82E8-DC09234EA062}"/>
              </a:ext>
            </a:extLst>
          </p:cNvPr>
          <p:cNvSpPr txBox="1"/>
          <p:nvPr/>
        </p:nvSpPr>
        <p:spPr>
          <a:xfrm>
            <a:off x="7148250" y="4232631"/>
            <a:ext cx="2257747" cy="461665"/>
          </a:xfrm>
          <a:prstGeom prst="rect">
            <a:avLst/>
          </a:prstGeom>
          <a:solidFill>
            <a:schemeClr val="bg1"/>
          </a:solidFill>
        </p:spPr>
        <p:txBody>
          <a:bodyPr wrap="square">
            <a:spAutoFit/>
          </a:bodyPr>
          <a:lstStyle/>
          <a:p>
            <a:r>
              <a:rPr lang="en-GB" sz="2400" i="0" u="none" strike="noStrike" dirty="0">
                <a:solidFill>
                  <a:srgbClr val="0070C0"/>
                </a:solidFill>
                <a:effectLst/>
                <a:latin typeface="Agency FB" panose="020B0503020202020204" pitchFamily="34" charset="0"/>
              </a:rPr>
              <a:t>2. Display Technology</a:t>
            </a:r>
            <a:endParaRPr lang="en-IN" sz="2400" dirty="0">
              <a:solidFill>
                <a:srgbClr val="0070C0"/>
              </a:solidFill>
              <a:latin typeface="Agency FB" panose="020B0503020202020204" pitchFamily="34" charset="0"/>
            </a:endParaRPr>
          </a:p>
        </p:txBody>
      </p:sp>
      <p:sp>
        <p:nvSpPr>
          <p:cNvPr id="31" name="Rectangle: Rounded Corners 30">
            <a:extLst>
              <a:ext uri="{FF2B5EF4-FFF2-40B4-BE49-F238E27FC236}">
                <a16:creationId xmlns:a16="http://schemas.microsoft.com/office/drawing/2014/main" id="{2DFD5030-3C33-E2DF-1F65-8932D8B58DF5}"/>
              </a:ext>
            </a:extLst>
          </p:cNvPr>
          <p:cNvSpPr/>
          <p:nvPr/>
        </p:nvSpPr>
        <p:spPr>
          <a:xfrm>
            <a:off x="220856" y="1812269"/>
            <a:ext cx="4715527" cy="1390027"/>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2" name="TextBox 31">
            <a:extLst>
              <a:ext uri="{FF2B5EF4-FFF2-40B4-BE49-F238E27FC236}">
                <a16:creationId xmlns:a16="http://schemas.microsoft.com/office/drawing/2014/main" id="{92B8A43F-4C76-F192-B304-D7D3F7AFC8C7}"/>
              </a:ext>
            </a:extLst>
          </p:cNvPr>
          <p:cNvSpPr txBox="1"/>
          <p:nvPr/>
        </p:nvSpPr>
        <p:spPr>
          <a:xfrm>
            <a:off x="308257" y="2733333"/>
            <a:ext cx="4156570" cy="400110"/>
          </a:xfrm>
          <a:prstGeom prst="rect">
            <a:avLst/>
          </a:prstGeom>
          <a:noFill/>
        </p:spPr>
        <p:txBody>
          <a:bodyPr wrap="square">
            <a:spAutoFit/>
          </a:bodyPr>
          <a:lstStyle/>
          <a:p>
            <a:r>
              <a:rPr lang="en-GB" sz="2000" dirty="0" err="1">
                <a:solidFill>
                  <a:srgbClr val="008000"/>
                </a:solidFill>
                <a:latin typeface="Agency FB" panose="020B0503020202020204" pitchFamily="34" charset="0"/>
              </a:rPr>
              <a:t>Vataj</a:t>
            </a:r>
            <a:r>
              <a:rPr lang="en-GB" sz="2000" dirty="0">
                <a:solidFill>
                  <a:srgbClr val="008000"/>
                </a:solidFill>
                <a:latin typeface="Agency FB" panose="020B0503020202020204" pitchFamily="34" charset="0"/>
              </a:rPr>
              <a:t> – Sandal Wood/ Cinnamon/</a:t>
            </a:r>
            <a:r>
              <a:rPr lang="en-IN" sz="2000" dirty="0">
                <a:solidFill>
                  <a:srgbClr val="008000"/>
                </a:solidFill>
                <a:latin typeface="Agency FB" panose="020B0503020202020204" pitchFamily="34" charset="0"/>
              </a:rPr>
              <a:t>frankincense</a:t>
            </a:r>
          </a:p>
        </p:txBody>
      </p:sp>
      <p:sp>
        <p:nvSpPr>
          <p:cNvPr id="33" name="TextBox 32">
            <a:extLst>
              <a:ext uri="{FF2B5EF4-FFF2-40B4-BE49-F238E27FC236}">
                <a16:creationId xmlns:a16="http://schemas.microsoft.com/office/drawing/2014/main" id="{E0F6DCD9-7BB2-690E-3482-2FCD7F7737EC}"/>
              </a:ext>
            </a:extLst>
          </p:cNvPr>
          <p:cNvSpPr txBox="1"/>
          <p:nvPr/>
        </p:nvSpPr>
        <p:spPr>
          <a:xfrm>
            <a:off x="308258" y="2364001"/>
            <a:ext cx="4337141" cy="400110"/>
          </a:xfrm>
          <a:prstGeom prst="rect">
            <a:avLst/>
          </a:prstGeom>
          <a:noFill/>
        </p:spPr>
        <p:txBody>
          <a:bodyPr wrap="square">
            <a:spAutoFit/>
          </a:bodyPr>
          <a:lstStyle/>
          <a:p>
            <a:r>
              <a:rPr lang="en-GB" sz="2000" dirty="0" err="1">
                <a:solidFill>
                  <a:srgbClr val="008000"/>
                </a:solidFill>
                <a:latin typeface="Agency FB" panose="020B0503020202020204" pitchFamily="34" charset="0"/>
              </a:rPr>
              <a:t>Pittaj</a:t>
            </a:r>
            <a:r>
              <a:rPr lang="en-GB" sz="2000" dirty="0">
                <a:solidFill>
                  <a:srgbClr val="008000"/>
                </a:solidFill>
                <a:latin typeface="Agency FB" panose="020B0503020202020204" pitchFamily="34" charset="0"/>
              </a:rPr>
              <a:t> – Rose/ Jasmin / Lavender / Mint</a:t>
            </a:r>
            <a:endParaRPr lang="en-IN" sz="2000" dirty="0">
              <a:solidFill>
                <a:srgbClr val="008000"/>
              </a:solidFill>
              <a:latin typeface="Agency FB" panose="020B0503020202020204" pitchFamily="34" charset="0"/>
            </a:endParaRPr>
          </a:p>
        </p:txBody>
      </p:sp>
      <p:sp>
        <p:nvSpPr>
          <p:cNvPr id="34" name="TextBox 33">
            <a:extLst>
              <a:ext uri="{FF2B5EF4-FFF2-40B4-BE49-F238E27FC236}">
                <a16:creationId xmlns:a16="http://schemas.microsoft.com/office/drawing/2014/main" id="{BE8A1F44-4836-1CA7-74D5-887FA64CC397}"/>
              </a:ext>
            </a:extLst>
          </p:cNvPr>
          <p:cNvSpPr txBox="1"/>
          <p:nvPr/>
        </p:nvSpPr>
        <p:spPr>
          <a:xfrm>
            <a:off x="308257" y="1989531"/>
            <a:ext cx="4628126" cy="400110"/>
          </a:xfrm>
          <a:prstGeom prst="rect">
            <a:avLst/>
          </a:prstGeom>
          <a:noFill/>
        </p:spPr>
        <p:txBody>
          <a:bodyPr wrap="square">
            <a:spAutoFit/>
          </a:bodyPr>
          <a:lstStyle/>
          <a:p>
            <a:r>
              <a:rPr lang="en-GB" sz="2000" dirty="0" err="1">
                <a:solidFill>
                  <a:srgbClr val="008000"/>
                </a:solidFill>
                <a:latin typeface="Agency FB" panose="020B0503020202020204" pitchFamily="34" charset="0"/>
              </a:rPr>
              <a:t>Kaphaj</a:t>
            </a:r>
            <a:r>
              <a:rPr lang="en-GB" sz="2000" dirty="0">
                <a:solidFill>
                  <a:srgbClr val="008000"/>
                </a:solidFill>
                <a:latin typeface="Agency FB" panose="020B0503020202020204" pitchFamily="34" charset="0"/>
              </a:rPr>
              <a:t>- </a:t>
            </a:r>
            <a:r>
              <a:rPr lang="en-GB" sz="2000" dirty="0" err="1">
                <a:solidFill>
                  <a:srgbClr val="008000"/>
                </a:solidFill>
                <a:latin typeface="Agency FB" panose="020B0503020202020204" pitchFamily="34" charset="0"/>
              </a:rPr>
              <a:t>Rosemery</a:t>
            </a:r>
            <a:r>
              <a:rPr lang="en-GB" sz="2000" dirty="0">
                <a:solidFill>
                  <a:srgbClr val="008000"/>
                </a:solidFill>
                <a:latin typeface="Agency FB" panose="020B0503020202020204" pitchFamily="34" charset="0"/>
              </a:rPr>
              <a:t>/ Eucalyptus / Thyme / Peppermint </a:t>
            </a:r>
            <a:endParaRPr lang="en-IN" sz="2000" dirty="0">
              <a:solidFill>
                <a:srgbClr val="008000"/>
              </a:solidFill>
              <a:latin typeface="Agency FB" panose="020B0503020202020204" pitchFamily="34" charset="0"/>
            </a:endParaRPr>
          </a:p>
        </p:txBody>
      </p:sp>
      <p:sp>
        <p:nvSpPr>
          <p:cNvPr id="17" name="TextBox 16">
            <a:extLst>
              <a:ext uri="{FF2B5EF4-FFF2-40B4-BE49-F238E27FC236}">
                <a16:creationId xmlns:a16="http://schemas.microsoft.com/office/drawing/2014/main" id="{1436F312-CD01-1821-EBC6-DCC4E9669470}"/>
              </a:ext>
            </a:extLst>
          </p:cNvPr>
          <p:cNvSpPr txBox="1"/>
          <p:nvPr/>
        </p:nvSpPr>
        <p:spPr>
          <a:xfrm>
            <a:off x="517316" y="1530770"/>
            <a:ext cx="1823384" cy="461665"/>
          </a:xfrm>
          <a:prstGeom prst="rect">
            <a:avLst/>
          </a:prstGeom>
          <a:solidFill>
            <a:schemeClr val="bg1"/>
          </a:solidFill>
        </p:spPr>
        <p:txBody>
          <a:bodyPr wrap="square">
            <a:spAutoFit/>
          </a:bodyPr>
          <a:lstStyle/>
          <a:p>
            <a:r>
              <a:rPr lang="en-GB" sz="2400" dirty="0">
                <a:solidFill>
                  <a:srgbClr val="008000"/>
                </a:solidFill>
                <a:latin typeface="Agency FB" panose="020B0503020202020204" pitchFamily="34" charset="0"/>
              </a:rPr>
              <a:t>1. Aroma therapy</a:t>
            </a:r>
            <a:endParaRPr lang="en-IN" sz="2400" dirty="0">
              <a:solidFill>
                <a:srgbClr val="008000"/>
              </a:solidFill>
              <a:latin typeface="Agency FB" panose="020B0503020202020204" pitchFamily="34" charset="0"/>
            </a:endParaRPr>
          </a:p>
        </p:txBody>
      </p:sp>
      <p:sp>
        <p:nvSpPr>
          <p:cNvPr id="49" name="Rectangle: Rounded Corners 48">
            <a:extLst>
              <a:ext uri="{FF2B5EF4-FFF2-40B4-BE49-F238E27FC236}">
                <a16:creationId xmlns:a16="http://schemas.microsoft.com/office/drawing/2014/main" id="{E3EFD8DD-D47F-5D0F-C962-B688680D29AF}"/>
              </a:ext>
            </a:extLst>
          </p:cNvPr>
          <p:cNvSpPr/>
          <p:nvPr/>
        </p:nvSpPr>
        <p:spPr>
          <a:xfrm>
            <a:off x="330424" y="4488054"/>
            <a:ext cx="4148151" cy="1575862"/>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7030A0"/>
              </a:solidFill>
            </a:endParaRPr>
          </a:p>
        </p:txBody>
      </p:sp>
      <p:sp>
        <p:nvSpPr>
          <p:cNvPr id="50" name="TextBox 49">
            <a:extLst>
              <a:ext uri="{FF2B5EF4-FFF2-40B4-BE49-F238E27FC236}">
                <a16:creationId xmlns:a16="http://schemas.microsoft.com/office/drawing/2014/main" id="{CB887946-4238-0ACF-BBC4-AD3AF0920C31}"/>
              </a:ext>
            </a:extLst>
          </p:cNvPr>
          <p:cNvSpPr txBox="1"/>
          <p:nvPr/>
        </p:nvSpPr>
        <p:spPr>
          <a:xfrm>
            <a:off x="636097" y="4232631"/>
            <a:ext cx="1845845" cy="461665"/>
          </a:xfrm>
          <a:prstGeom prst="rect">
            <a:avLst/>
          </a:prstGeom>
          <a:solidFill>
            <a:schemeClr val="bg1"/>
          </a:solidFill>
        </p:spPr>
        <p:txBody>
          <a:bodyPr wrap="square">
            <a:spAutoFit/>
          </a:bodyPr>
          <a:lstStyle/>
          <a:p>
            <a:r>
              <a:rPr lang="en-GB" sz="2400" i="0" u="none" strike="noStrike" dirty="0">
                <a:solidFill>
                  <a:srgbClr val="7030A0"/>
                </a:solidFill>
                <a:effectLst/>
                <a:latin typeface="Agency FB" panose="020B0503020202020204" pitchFamily="34" charset="0"/>
              </a:rPr>
              <a:t>3. Music Melody</a:t>
            </a:r>
            <a:endParaRPr lang="en-IN" sz="2400" dirty="0">
              <a:solidFill>
                <a:srgbClr val="7030A0"/>
              </a:solidFill>
              <a:latin typeface="Agency FB" panose="020B0503020202020204" pitchFamily="34" charset="0"/>
            </a:endParaRPr>
          </a:p>
        </p:txBody>
      </p:sp>
      <p:sp>
        <p:nvSpPr>
          <p:cNvPr id="51" name="TextBox 50">
            <a:extLst>
              <a:ext uri="{FF2B5EF4-FFF2-40B4-BE49-F238E27FC236}">
                <a16:creationId xmlns:a16="http://schemas.microsoft.com/office/drawing/2014/main" id="{F4AC3A52-E289-8DAC-2264-B8042C0ED2D8}"/>
              </a:ext>
            </a:extLst>
          </p:cNvPr>
          <p:cNvSpPr txBox="1"/>
          <p:nvPr/>
        </p:nvSpPr>
        <p:spPr>
          <a:xfrm>
            <a:off x="411507" y="4674790"/>
            <a:ext cx="4148151" cy="400110"/>
          </a:xfrm>
          <a:prstGeom prst="rect">
            <a:avLst/>
          </a:prstGeom>
          <a:noFill/>
        </p:spPr>
        <p:txBody>
          <a:bodyPr wrap="square">
            <a:spAutoFit/>
          </a:bodyPr>
          <a:lstStyle/>
          <a:p>
            <a:r>
              <a:rPr lang="en-GB" sz="2000" b="0" i="0" u="none" strike="noStrike" dirty="0" err="1">
                <a:solidFill>
                  <a:srgbClr val="7030A0"/>
                </a:solidFill>
                <a:effectLst/>
                <a:latin typeface="Agency FB" panose="020B0503020202020204" pitchFamily="34" charset="0"/>
              </a:rPr>
              <a:t>Kaphaj</a:t>
            </a:r>
            <a:r>
              <a:rPr lang="en-GB" sz="2000" b="0" i="0" u="none" strike="noStrike" dirty="0">
                <a:solidFill>
                  <a:srgbClr val="7030A0"/>
                </a:solidFill>
                <a:effectLst/>
                <a:latin typeface="Agency FB" panose="020B0503020202020204" pitchFamily="34" charset="0"/>
              </a:rPr>
              <a:t> – </a:t>
            </a:r>
            <a:r>
              <a:rPr lang="en-IN" sz="2000" dirty="0">
                <a:solidFill>
                  <a:srgbClr val="7030A0"/>
                </a:solidFill>
                <a:latin typeface="Agency FB" panose="020B0503020202020204" pitchFamily="34" charset="0"/>
              </a:rPr>
              <a:t>Bhairav, </a:t>
            </a:r>
            <a:r>
              <a:rPr lang="en-IN" sz="2000" dirty="0" err="1">
                <a:solidFill>
                  <a:srgbClr val="7030A0"/>
                </a:solidFill>
                <a:latin typeface="Agency FB" panose="020B0503020202020204" pitchFamily="34" charset="0"/>
              </a:rPr>
              <a:t>Jaunpuri</a:t>
            </a:r>
            <a:r>
              <a:rPr lang="en-IN" sz="2000" dirty="0">
                <a:solidFill>
                  <a:srgbClr val="7030A0"/>
                </a:solidFill>
                <a:latin typeface="Agency FB" panose="020B0503020202020204" pitchFamily="34" charset="0"/>
              </a:rPr>
              <a:t>, Hamsadhwani, Desh</a:t>
            </a:r>
            <a:r>
              <a:rPr lang="en-GB" sz="2000" b="0" i="0" u="none" strike="noStrike" dirty="0">
                <a:solidFill>
                  <a:srgbClr val="7030A0"/>
                </a:solidFill>
                <a:effectLst/>
                <a:latin typeface="Agency FB" panose="020B0503020202020204" pitchFamily="34" charset="0"/>
              </a:rPr>
              <a:t>  </a:t>
            </a:r>
            <a:endParaRPr lang="en-IN" sz="2000" dirty="0">
              <a:solidFill>
                <a:srgbClr val="7030A0"/>
              </a:solidFill>
              <a:latin typeface="Agency FB" panose="020B0503020202020204" pitchFamily="34" charset="0"/>
            </a:endParaRPr>
          </a:p>
        </p:txBody>
      </p:sp>
      <p:sp>
        <p:nvSpPr>
          <p:cNvPr id="52" name="TextBox 51">
            <a:extLst>
              <a:ext uri="{FF2B5EF4-FFF2-40B4-BE49-F238E27FC236}">
                <a16:creationId xmlns:a16="http://schemas.microsoft.com/office/drawing/2014/main" id="{5DE1CC55-60B3-8441-FDA5-69A34937889D}"/>
              </a:ext>
            </a:extLst>
          </p:cNvPr>
          <p:cNvSpPr txBox="1"/>
          <p:nvPr/>
        </p:nvSpPr>
        <p:spPr>
          <a:xfrm>
            <a:off x="425257" y="5510900"/>
            <a:ext cx="3726438" cy="400110"/>
          </a:xfrm>
          <a:prstGeom prst="rect">
            <a:avLst/>
          </a:prstGeom>
          <a:solidFill>
            <a:schemeClr val="bg1"/>
          </a:solidFill>
        </p:spPr>
        <p:txBody>
          <a:bodyPr wrap="square">
            <a:spAutoFit/>
          </a:bodyPr>
          <a:lstStyle/>
          <a:p>
            <a:r>
              <a:rPr lang="en-GB" sz="2000" b="0" i="0" u="none" strike="noStrike" dirty="0" err="1">
                <a:solidFill>
                  <a:srgbClr val="7030A0"/>
                </a:solidFill>
                <a:effectLst/>
                <a:latin typeface="Agency FB" panose="020B0503020202020204" pitchFamily="34" charset="0"/>
              </a:rPr>
              <a:t>Vataj</a:t>
            </a:r>
            <a:r>
              <a:rPr lang="en-GB" sz="2000" b="0" i="0" u="none" strike="noStrike" dirty="0">
                <a:solidFill>
                  <a:srgbClr val="7030A0"/>
                </a:solidFill>
                <a:effectLst/>
                <a:latin typeface="Agency FB" panose="020B0503020202020204" pitchFamily="34" charset="0"/>
              </a:rPr>
              <a:t> – </a:t>
            </a:r>
            <a:r>
              <a:rPr lang="en-IN" sz="2000" dirty="0" err="1">
                <a:solidFill>
                  <a:srgbClr val="7030A0"/>
                </a:solidFill>
                <a:latin typeface="Agency FB" panose="020B0503020202020204" pitchFamily="34" charset="0"/>
              </a:rPr>
              <a:t>Bhimpalasi</a:t>
            </a:r>
            <a:r>
              <a:rPr lang="en-IN" sz="2000" dirty="0">
                <a:solidFill>
                  <a:srgbClr val="7030A0"/>
                </a:solidFill>
                <a:latin typeface="Agency FB" panose="020B0503020202020204" pitchFamily="34" charset="0"/>
              </a:rPr>
              <a:t>,  </a:t>
            </a:r>
            <a:r>
              <a:rPr lang="en-IN" sz="2000" dirty="0" err="1">
                <a:solidFill>
                  <a:srgbClr val="7030A0"/>
                </a:solidFill>
                <a:latin typeface="Agency FB" panose="020B0503020202020204" pitchFamily="34" charset="0"/>
              </a:rPr>
              <a:t>Bageshree</a:t>
            </a:r>
            <a:r>
              <a:rPr lang="en-IN" sz="2000" dirty="0">
                <a:solidFill>
                  <a:srgbClr val="7030A0"/>
                </a:solidFill>
                <a:latin typeface="Agency FB" panose="020B0503020202020204" pitchFamily="34" charset="0"/>
              </a:rPr>
              <a:t>, Yaman, Kafi</a:t>
            </a:r>
          </a:p>
        </p:txBody>
      </p:sp>
      <p:sp>
        <p:nvSpPr>
          <p:cNvPr id="53" name="TextBox 52">
            <a:extLst>
              <a:ext uri="{FF2B5EF4-FFF2-40B4-BE49-F238E27FC236}">
                <a16:creationId xmlns:a16="http://schemas.microsoft.com/office/drawing/2014/main" id="{14D448E5-4CAF-B7F0-B6B6-48521399A081}"/>
              </a:ext>
            </a:extLst>
          </p:cNvPr>
          <p:cNvSpPr txBox="1"/>
          <p:nvPr/>
        </p:nvSpPr>
        <p:spPr>
          <a:xfrm>
            <a:off x="411507" y="5090121"/>
            <a:ext cx="4031114" cy="400110"/>
          </a:xfrm>
          <a:prstGeom prst="rect">
            <a:avLst/>
          </a:prstGeom>
          <a:noFill/>
        </p:spPr>
        <p:txBody>
          <a:bodyPr wrap="square">
            <a:spAutoFit/>
          </a:bodyPr>
          <a:lstStyle/>
          <a:p>
            <a:r>
              <a:rPr lang="en-GB" sz="2000" b="0" i="0" u="none" strike="noStrike" dirty="0" err="1">
                <a:solidFill>
                  <a:srgbClr val="7030A0"/>
                </a:solidFill>
                <a:effectLst/>
                <a:latin typeface="Agency FB" panose="020B0503020202020204" pitchFamily="34" charset="0"/>
              </a:rPr>
              <a:t>Pittaj</a:t>
            </a:r>
            <a:r>
              <a:rPr lang="en-GB" sz="2000" b="0" i="0" u="none" strike="noStrike" dirty="0">
                <a:solidFill>
                  <a:srgbClr val="7030A0"/>
                </a:solidFill>
                <a:effectLst/>
                <a:latin typeface="Agency FB" panose="020B0503020202020204" pitchFamily="34" charset="0"/>
              </a:rPr>
              <a:t> – </a:t>
            </a:r>
            <a:r>
              <a:rPr lang="en-IN" sz="2000" dirty="0">
                <a:solidFill>
                  <a:srgbClr val="7030A0"/>
                </a:solidFill>
                <a:latin typeface="Agency FB" panose="020B0503020202020204" pitchFamily="34" charset="0"/>
              </a:rPr>
              <a:t>Miyan ki Todi, </a:t>
            </a:r>
            <a:r>
              <a:rPr lang="en-IN" sz="2000" dirty="0" err="1">
                <a:solidFill>
                  <a:srgbClr val="7030A0"/>
                </a:solidFill>
                <a:latin typeface="Agency FB" panose="020B0503020202020204" pitchFamily="34" charset="0"/>
              </a:rPr>
              <a:t>Malkauns</a:t>
            </a:r>
            <a:r>
              <a:rPr lang="en-IN" sz="2000" dirty="0">
                <a:solidFill>
                  <a:srgbClr val="7030A0"/>
                </a:solidFill>
                <a:latin typeface="Agency FB" panose="020B0503020202020204" pitchFamily="34" charset="0"/>
              </a:rPr>
              <a:t>, Marwa, Durga</a:t>
            </a:r>
            <a:r>
              <a:rPr lang="en-GB" sz="2000" b="0" i="0" u="none" strike="noStrike" dirty="0">
                <a:solidFill>
                  <a:srgbClr val="7030A0"/>
                </a:solidFill>
                <a:effectLst/>
                <a:latin typeface="Agency FB" panose="020B0503020202020204" pitchFamily="34" charset="0"/>
              </a:rPr>
              <a:t> </a:t>
            </a:r>
            <a:endParaRPr lang="en-IN" sz="2000" dirty="0">
              <a:solidFill>
                <a:srgbClr val="7030A0"/>
              </a:solidFill>
              <a:latin typeface="Agency FB" panose="020B0503020202020204" pitchFamily="34" charset="0"/>
            </a:endParaRPr>
          </a:p>
        </p:txBody>
      </p:sp>
      <p:sp>
        <p:nvSpPr>
          <p:cNvPr id="2" name="Google Shape;44;p30">
            <a:extLst>
              <a:ext uri="{FF2B5EF4-FFF2-40B4-BE49-F238E27FC236}">
                <a16:creationId xmlns:a16="http://schemas.microsoft.com/office/drawing/2014/main" id="{DC849193-7690-D310-1275-576B01A69D8F}"/>
              </a:ext>
            </a:extLst>
          </p:cNvPr>
          <p:cNvSpPr txBox="1">
            <a:spLocks noGrp="1"/>
          </p:cNvSpPr>
          <p:nvPr>
            <p:ph type="sldNum" idx="12"/>
          </p:nvPr>
        </p:nvSpPr>
        <p:spPr>
          <a:xfrm>
            <a:off x="11669127" y="6400800"/>
            <a:ext cx="404190" cy="381000"/>
          </a:xfrm>
          <a:prstGeom prst="rect">
            <a:avLst/>
          </a:prstGeom>
          <a:solidFill>
            <a:srgbClr val="F8A2A6"/>
          </a:solidFill>
          <a:ln w="19050" cap="flat" cmpd="sng">
            <a:solidFill>
              <a:srgbClr val="B7202E"/>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400"/>
              <a:buNone/>
            </a:pPr>
            <a:r>
              <a:rPr lang="en-IN" sz="2400" dirty="0">
                <a:solidFill>
                  <a:schemeClr val="lt2"/>
                </a:solidFill>
                <a:latin typeface="Teko"/>
                <a:ea typeface="Teko"/>
                <a:cs typeface="Teko"/>
                <a:sym typeface="Teko"/>
              </a:rPr>
              <a:t>4</a:t>
            </a:r>
            <a:endParaRPr dirty="0">
              <a:latin typeface="Teko"/>
              <a:ea typeface="Teko"/>
              <a:cs typeface="Teko"/>
              <a:sym typeface="Teko"/>
            </a:endParaRPr>
          </a:p>
        </p:txBody>
      </p:sp>
      <p:sp>
        <p:nvSpPr>
          <p:cNvPr id="4" name="TextBox 3">
            <a:extLst>
              <a:ext uri="{FF2B5EF4-FFF2-40B4-BE49-F238E27FC236}">
                <a16:creationId xmlns:a16="http://schemas.microsoft.com/office/drawing/2014/main" id="{EBA995B7-D257-C4F9-ED0A-0ADCD341BC56}"/>
              </a:ext>
            </a:extLst>
          </p:cNvPr>
          <p:cNvSpPr txBox="1"/>
          <p:nvPr/>
        </p:nvSpPr>
        <p:spPr>
          <a:xfrm>
            <a:off x="194312" y="223235"/>
            <a:ext cx="152955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3200" b="0" i="0" u="none" strike="noStrike" dirty="0">
                <a:solidFill>
                  <a:srgbClr val="7030A0"/>
                </a:solidFill>
                <a:effectLst/>
                <a:latin typeface="Agency FB" panose="020B0503020202020204" pitchFamily="34" charset="0"/>
              </a:rPr>
              <a:t>3 Modules</a:t>
            </a:r>
            <a:endParaRPr lang="en-IN" sz="3200" dirty="0">
              <a:solidFill>
                <a:srgbClr val="7030A0"/>
              </a:solidFill>
              <a:latin typeface="Agency FB" panose="020B0503020202020204" pitchFamily="34" charset="0"/>
            </a:endParaRPr>
          </a:p>
        </p:txBody>
      </p:sp>
      <p:pic>
        <p:nvPicPr>
          <p:cNvPr id="3" name="Picture 2">
            <a:extLst>
              <a:ext uri="{FF2B5EF4-FFF2-40B4-BE49-F238E27FC236}">
                <a16:creationId xmlns:a16="http://schemas.microsoft.com/office/drawing/2014/main" id="{C77AC5BF-DE00-3380-15EB-AC83F19A3347}"/>
              </a:ext>
            </a:extLst>
          </p:cNvPr>
          <p:cNvPicPr>
            <a:picLocks noChangeAspect="1"/>
          </p:cNvPicPr>
          <p:nvPr/>
        </p:nvPicPr>
        <p:blipFill>
          <a:blip r:embed="rId3"/>
          <a:stretch>
            <a:fillRect/>
          </a:stretch>
        </p:blipFill>
        <p:spPr>
          <a:xfrm>
            <a:off x="5170968" y="1094090"/>
            <a:ext cx="3161758" cy="2497407"/>
          </a:xfrm>
          <a:prstGeom prst="rect">
            <a:avLst/>
          </a:prstGeom>
        </p:spPr>
      </p:pic>
      <p:pic>
        <p:nvPicPr>
          <p:cNvPr id="5" name="Picture 4">
            <a:extLst>
              <a:ext uri="{FF2B5EF4-FFF2-40B4-BE49-F238E27FC236}">
                <a16:creationId xmlns:a16="http://schemas.microsoft.com/office/drawing/2014/main" id="{9FCC6BCC-FA27-BDA7-A24F-2AEA9B6C100A}"/>
              </a:ext>
            </a:extLst>
          </p:cNvPr>
          <p:cNvPicPr>
            <a:picLocks noChangeAspect="1"/>
          </p:cNvPicPr>
          <p:nvPr/>
        </p:nvPicPr>
        <p:blipFill>
          <a:blip r:embed="rId4"/>
          <a:srcRect t="5740" r="2994"/>
          <a:stretch>
            <a:fillRect/>
          </a:stretch>
        </p:blipFill>
        <p:spPr>
          <a:xfrm>
            <a:off x="8415230" y="1105612"/>
            <a:ext cx="3694268" cy="2448860"/>
          </a:xfrm>
          <a:prstGeom prst="rect">
            <a:avLst/>
          </a:prstGeom>
          <a:ln w="12700">
            <a:solidFill>
              <a:schemeClr val="tx1"/>
            </a:solidFill>
          </a:ln>
        </p:spPr>
      </p:pic>
    </p:spTree>
    <p:extLst>
      <p:ext uri="{BB962C8B-B14F-4D97-AF65-F5344CB8AC3E}">
        <p14:creationId xmlns:p14="http://schemas.microsoft.com/office/powerpoint/2010/main" val="3998064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P spid="27" grpId="0"/>
      <p:bldP spid="30" grpId="0" animBg="1"/>
      <p:bldP spid="29" grpId="0" animBg="1"/>
      <p:bldP spid="31" grpId="0" animBg="1"/>
      <p:bldP spid="32" grpId="0"/>
      <p:bldP spid="33" grpId="0"/>
      <p:bldP spid="34" grpId="0"/>
      <p:bldP spid="17" grpId="0" animBg="1"/>
      <p:bldP spid="49" grpId="0" animBg="1"/>
      <p:bldP spid="50" grpId="0" animBg="1"/>
      <p:bldP spid="51" grpId="0"/>
      <p:bldP spid="52" grpId="0" animBg="1"/>
      <p:bldP spid="5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3" name="Rectangle 2">
            <a:extLst>
              <a:ext uri="{FF2B5EF4-FFF2-40B4-BE49-F238E27FC236}">
                <a16:creationId xmlns:a16="http://schemas.microsoft.com/office/drawing/2014/main" id="{455B7A34-3EB2-F9FE-8333-11DE15B0179F}"/>
              </a:ext>
            </a:extLst>
          </p:cNvPr>
          <p:cNvSpPr/>
          <p:nvPr/>
        </p:nvSpPr>
        <p:spPr>
          <a:xfrm>
            <a:off x="82502" y="2151934"/>
            <a:ext cx="6222045" cy="46298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2" name="Google Shape;122;g33b23bb0a99_0_0"/>
          <p:cNvPicPr preferRelativeResize="0"/>
          <p:nvPr/>
        </p:nvPicPr>
        <p:blipFill>
          <a:blip r:embed="rId3">
            <a:alphaModFix/>
          </a:blip>
          <a:stretch>
            <a:fillRect/>
          </a:stretch>
        </p:blipFill>
        <p:spPr>
          <a:xfrm>
            <a:off x="148505" y="1058778"/>
            <a:ext cx="6637306" cy="5055467"/>
          </a:xfrm>
          <a:prstGeom prst="rect">
            <a:avLst/>
          </a:prstGeom>
          <a:noFill/>
          <a:ln>
            <a:noFill/>
          </a:ln>
        </p:spPr>
      </p:pic>
      <p:sp>
        <p:nvSpPr>
          <p:cNvPr id="2" name="Google Shape;44;p30">
            <a:extLst>
              <a:ext uri="{FF2B5EF4-FFF2-40B4-BE49-F238E27FC236}">
                <a16:creationId xmlns:a16="http://schemas.microsoft.com/office/drawing/2014/main" id="{9C1E26F4-7C4D-C185-F7A2-ADDCECE13A05}"/>
              </a:ext>
            </a:extLst>
          </p:cNvPr>
          <p:cNvSpPr txBox="1">
            <a:spLocks noGrp="1"/>
          </p:cNvSpPr>
          <p:nvPr>
            <p:ph type="sldNum" idx="12"/>
          </p:nvPr>
        </p:nvSpPr>
        <p:spPr>
          <a:xfrm>
            <a:off x="11669127" y="6400800"/>
            <a:ext cx="404190" cy="381000"/>
          </a:xfrm>
          <a:prstGeom prst="rect">
            <a:avLst/>
          </a:prstGeom>
          <a:solidFill>
            <a:srgbClr val="F8A2A6"/>
          </a:solidFill>
          <a:ln w="19050" cap="flat" cmpd="sng">
            <a:solidFill>
              <a:srgbClr val="B7202E"/>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400"/>
              <a:buNone/>
            </a:pPr>
            <a:r>
              <a:rPr lang="en-GB" sz="2400" dirty="0">
                <a:solidFill>
                  <a:schemeClr val="lt2"/>
                </a:solidFill>
                <a:latin typeface="Teko"/>
                <a:ea typeface="Teko"/>
                <a:cs typeface="Teko"/>
                <a:sym typeface="Teko"/>
              </a:rPr>
              <a:t>5</a:t>
            </a:r>
            <a:endParaRPr dirty="0">
              <a:latin typeface="Teko"/>
              <a:ea typeface="Teko"/>
              <a:cs typeface="Teko"/>
              <a:sym typeface="Teko"/>
            </a:endParaRPr>
          </a:p>
        </p:txBody>
      </p:sp>
      <p:sp>
        <p:nvSpPr>
          <p:cNvPr id="4" name="TextBox 3">
            <a:extLst>
              <a:ext uri="{FF2B5EF4-FFF2-40B4-BE49-F238E27FC236}">
                <a16:creationId xmlns:a16="http://schemas.microsoft.com/office/drawing/2014/main" id="{82502C57-58A9-6EEE-3627-45D77F6FC010}"/>
              </a:ext>
            </a:extLst>
          </p:cNvPr>
          <p:cNvSpPr txBox="1"/>
          <p:nvPr/>
        </p:nvSpPr>
        <p:spPr>
          <a:xfrm>
            <a:off x="0" y="-210352"/>
            <a:ext cx="5642810" cy="954107"/>
          </a:xfrm>
          <a:prstGeom prst="rect">
            <a:avLst/>
          </a:prstGeom>
          <a:noFill/>
        </p:spPr>
        <p:txBody>
          <a:bodyPr wrap="square">
            <a:spAutoFit/>
          </a:bodyPr>
          <a:lstStyle/>
          <a:p>
            <a:pPr algn="l"/>
            <a:endParaRPr lang="en-IN" sz="2800" i="0" u="none" strike="noStrike" baseline="0" dirty="0">
              <a:solidFill>
                <a:srgbClr val="7030A0"/>
              </a:solidFill>
              <a:latin typeface="Agency FB" panose="020B0503020202020204" pitchFamily="34" charset="0"/>
            </a:endParaRPr>
          </a:p>
          <a:p>
            <a:r>
              <a:rPr lang="en-IN" sz="2800" i="0" u="none" strike="noStrike" baseline="0" dirty="0">
                <a:solidFill>
                  <a:srgbClr val="7030A0"/>
                </a:solidFill>
                <a:latin typeface="Agency FB" panose="020B0503020202020204" pitchFamily="34" charset="0"/>
              </a:rPr>
              <a:t> PRAKRITI AYURSENSORA-AI NEBULIZER  </a:t>
            </a:r>
            <a:endParaRPr lang="en-IN" sz="2800" dirty="0">
              <a:solidFill>
                <a:srgbClr val="7030A0"/>
              </a:solidFill>
              <a:latin typeface="Agency FB" panose="020B0503020202020204" pitchFamily="34" charset="0"/>
            </a:endParaRPr>
          </a:p>
        </p:txBody>
      </p:sp>
      <p:sp>
        <p:nvSpPr>
          <p:cNvPr id="6" name="TextBox 5">
            <a:extLst>
              <a:ext uri="{FF2B5EF4-FFF2-40B4-BE49-F238E27FC236}">
                <a16:creationId xmlns:a16="http://schemas.microsoft.com/office/drawing/2014/main" id="{98AFB906-C659-82EF-D636-DE07599FD1CF}"/>
              </a:ext>
            </a:extLst>
          </p:cNvPr>
          <p:cNvSpPr txBox="1"/>
          <p:nvPr/>
        </p:nvSpPr>
        <p:spPr>
          <a:xfrm>
            <a:off x="2421784" y="6171023"/>
            <a:ext cx="2349595" cy="461665"/>
          </a:xfrm>
          <a:prstGeom prst="rect">
            <a:avLst/>
          </a:prstGeom>
          <a:noFill/>
        </p:spPr>
        <p:txBody>
          <a:bodyPr wrap="square">
            <a:spAutoFit/>
          </a:bodyPr>
          <a:lstStyle/>
          <a:p>
            <a:r>
              <a:rPr lang="en-GB" sz="2400" dirty="0">
                <a:solidFill>
                  <a:srgbClr val="0070C0"/>
                </a:solidFill>
                <a:latin typeface="Agency FB" panose="020B0503020202020204" pitchFamily="34" charset="0"/>
              </a:rPr>
              <a:t>Design Registered</a:t>
            </a:r>
            <a:endParaRPr lang="en-IN" sz="2400" dirty="0">
              <a:solidFill>
                <a:srgbClr val="0070C0"/>
              </a:solidFill>
              <a:latin typeface="Agency FB" panose="020B0503020202020204" pitchFamily="34" charset="0"/>
            </a:endParaRPr>
          </a:p>
        </p:txBody>
      </p:sp>
      <p:pic>
        <p:nvPicPr>
          <p:cNvPr id="8" name="Picture 7">
            <a:extLst>
              <a:ext uri="{FF2B5EF4-FFF2-40B4-BE49-F238E27FC236}">
                <a16:creationId xmlns:a16="http://schemas.microsoft.com/office/drawing/2014/main" id="{E7FB880A-357F-A186-5752-B08DDEF64748}"/>
              </a:ext>
            </a:extLst>
          </p:cNvPr>
          <p:cNvPicPr>
            <a:picLocks noChangeAspect="1"/>
          </p:cNvPicPr>
          <p:nvPr/>
        </p:nvPicPr>
        <p:blipFill>
          <a:blip r:embed="rId4"/>
          <a:stretch>
            <a:fillRect/>
          </a:stretch>
        </p:blipFill>
        <p:spPr>
          <a:xfrm>
            <a:off x="7628832" y="909728"/>
            <a:ext cx="3729285" cy="5204517"/>
          </a:xfrm>
          <a:prstGeom prst="rect">
            <a:avLst/>
          </a:prstGeom>
        </p:spPr>
      </p:pic>
      <p:sp>
        <p:nvSpPr>
          <p:cNvPr id="10" name="TextBox 9">
            <a:extLst>
              <a:ext uri="{FF2B5EF4-FFF2-40B4-BE49-F238E27FC236}">
                <a16:creationId xmlns:a16="http://schemas.microsoft.com/office/drawing/2014/main" id="{632127FA-82A8-277F-44D2-619F08F1A05C}"/>
              </a:ext>
            </a:extLst>
          </p:cNvPr>
          <p:cNvSpPr txBox="1"/>
          <p:nvPr/>
        </p:nvSpPr>
        <p:spPr>
          <a:xfrm>
            <a:off x="8595418" y="6129635"/>
            <a:ext cx="2349595" cy="461665"/>
          </a:xfrm>
          <a:prstGeom prst="rect">
            <a:avLst/>
          </a:prstGeom>
          <a:noFill/>
        </p:spPr>
        <p:txBody>
          <a:bodyPr wrap="square">
            <a:spAutoFit/>
          </a:bodyPr>
          <a:lstStyle/>
          <a:p>
            <a:r>
              <a:rPr lang="en-GB" sz="2400" dirty="0">
                <a:solidFill>
                  <a:srgbClr val="0070C0"/>
                </a:solidFill>
                <a:latin typeface="Agency FB" panose="020B0503020202020204" pitchFamily="34" charset="0"/>
              </a:rPr>
              <a:t>Design Certificate</a:t>
            </a:r>
            <a:endParaRPr lang="en-IN" sz="2400" dirty="0">
              <a:solidFill>
                <a:srgbClr val="0070C0"/>
              </a:solidFill>
              <a:latin typeface="Agency FB" panose="020B0503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084D49-1748-62B8-A64F-1B09E9D6E7EF}"/>
              </a:ext>
            </a:extLst>
          </p:cNvPr>
          <p:cNvSpPr>
            <a:spLocks noGrp="1"/>
          </p:cNvSpPr>
          <p:nvPr>
            <p:ph type="sldNum" sz="quarter" idx="12"/>
          </p:nvPr>
        </p:nvSpPr>
        <p:spPr/>
        <p:txBody>
          <a:bodyPr/>
          <a:lstStyle/>
          <a:p>
            <a:endParaRPr lang="en-IN" dirty="0"/>
          </a:p>
        </p:txBody>
      </p:sp>
      <p:sp>
        <p:nvSpPr>
          <p:cNvPr id="6" name="TextBox 5">
            <a:extLst>
              <a:ext uri="{FF2B5EF4-FFF2-40B4-BE49-F238E27FC236}">
                <a16:creationId xmlns:a16="http://schemas.microsoft.com/office/drawing/2014/main" id="{BF18C1A9-0D12-D664-C33A-1A8D68FF6BC8}"/>
              </a:ext>
            </a:extLst>
          </p:cNvPr>
          <p:cNvSpPr txBox="1"/>
          <p:nvPr/>
        </p:nvSpPr>
        <p:spPr>
          <a:xfrm>
            <a:off x="352355" y="147548"/>
            <a:ext cx="4398402" cy="523220"/>
          </a:xfrm>
          <a:prstGeom prst="rect">
            <a:avLst/>
          </a:prstGeom>
          <a:noFill/>
        </p:spPr>
        <p:txBody>
          <a:bodyPr wrap="square">
            <a:spAutoFit/>
          </a:bodyPr>
          <a:lstStyle/>
          <a:p>
            <a:r>
              <a:rPr lang="en-GB" sz="2800" dirty="0" err="1">
                <a:solidFill>
                  <a:srgbClr val="7030A0"/>
                </a:solidFill>
                <a:latin typeface="Agency FB" panose="020B0503020202020204" pitchFamily="34" charset="0"/>
              </a:rPr>
              <a:t>Ayursensora</a:t>
            </a:r>
            <a:r>
              <a:rPr lang="en-GB" sz="2800" dirty="0">
                <a:solidFill>
                  <a:srgbClr val="7030A0"/>
                </a:solidFill>
                <a:latin typeface="Agency FB" panose="020B0503020202020204" pitchFamily="34" charset="0"/>
              </a:rPr>
              <a:t> Master Component List</a:t>
            </a:r>
            <a:endParaRPr lang="en-IN" sz="2800" dirty="0">
              <a:solidFill>
                <a:srgbClr val="7030A0"/>
              </a:solidFill>
              <a:latin typeface="Agency FB" panose="020B0503020202020204" pitchFamily="34" charset="0"/>
            </a:endParaRPr>
          </a:p>
        </p:txBody>
      </p:sp>
      <p:pic>
        <p:nvPicPr>
          <p:cNvPr id="8" name="Picture 7">
            <a:extLst>
              <a:ext uri="{FF2B5EF4-FFF2-40B4-BE49-F238E27FC236}">
                <a16:creationId xmlns:a16="http://schemas.microsoft.com/office/drawing/2014/main" id="{37245E88-6AD5-6512-37CE-821A43237075}"/>
              </a:ext>
            </a:extLst>
          </p:cNvPr>
          <p:cNvPicPr>
            <a:picLocks noChangeAspect="1"/>
          </p:cNvPicPr>
          <p:nvPr/>
        </p:nvPicPr>
        <p:blipFill>
          <a:blip r:embed="rId3"/>
          <a:stretch>
            <a:fillRect/>
          </a:stretch>
        </p:blipFill>
        <p:spPr>
          <a:xfrm>
            <a:off x="0" y="1220649"/>
            <a:ext cx="12192000" cy="5324213"/>
          </a:xfrm>
          <a:prstGeom prst="rect">
            <a:avLst/>
          </a:prstGeom>
          <a:ln>
            <a:solidFill>
              <a:schemeClr val="tx1"/>
            </a:solidFill>
          </a:ln>
        </p:spPr>
      </p:pic>
      <p:sp>
        <p:nvSpPr>
          <p:cNvPr id="9" name="Google Shape;44;p30">
            <a:extLst>
              <a:ext uri="{FF2B5EF4-FFF2-40B4-BE49-F238E27FC236}">
                <a16:creationId xmlns:a16="http://schemas.microsoft.com/office/drawing/2014/main" id="{A09CB546-274D-6405-73F6-D3E1FA0FA0CC}"/>
              </a:ext>
            </a:extLst>
          </p:cNvPr>
          <p:cNvSpPr txBox="1">
            <a:spLocks/>
          </p:cNvSpPr>
          <p:nvPr/>
        </p:nvSpPr>
        <p:spPr>
          <a:xfrm>
            <a:off x="11669127" y="6400800"/>
            <a:ext cx="404190" cy="381000"/>
          </a:xfrm>
          <a:prstGeom prst="rect">
            <a:avLst/>
          </a:prstGeom>
          <a:solidFill>
            <a:srgbClr val="F8A2A6"/>
          </a:solidFill>
          <a:ln w="19050" cap="flat" cmpd="sng">
            <a:solidFill>
              <a:srgbClr val="B7202E"/>
            </a:solidFill>
            <a:prstDash val="solid"/>
            <a:round/>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SzPts val="2400"/>
            </a:pPr>
            <a:r>
              <a:rPr lang="en-GB" sz="2400" dirty="0">
                <a:solidFill>
                  <a:schemeClr val="lt2"/>
                </a:solidFill>
                <a:latin typeface="Teko"/>
                <a:ea typeface="Teko"/>
                <a:cs typeface="Teko"/>
                <a:sym typeface="Teko"/>
              </a:rPr>
              <a:t>6</a:t>
            </a:r>
            <a:endParaRPr lang="en-GB" dirty="0">
              <a:latin typeface="Teko"/>
              <a:ea typeface="Teko"/>
              <a:cs typeface="Teko"/>
              <a:sym typeface="Teko"/>
            </a:endParaRPr>
          </a:p>
        </p:txBody>
      </p:sp>
    </p:spTree>
    <p:extLst>
      <p:ext uri="{BB962C8B-B14F-4D97-AF65-F5344CB8AC3E}">
        <p14:creationId xmlns:p14="http://schemas.microsoft.com/office/powerpoint/2010/main" val="3381500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5AA98-7CBF-EB45-38F7-8032BBB3C99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AA6DB4-E6EE-34D9-56C1-C24F6914B4D7}"/>
              </a:ext>
            </a:extLst>
          </p:cNvPr>
          <p:cNvSpPr>
            <a:spLocks noGrp="1"/>
          </p:cNvSpPr>
          <p:nvPr>
            <p:ph type="sldNum" sz="quarter" idx="12"/>
          </p:nvPr>
        </p:nvSpPr>
        <p:spPr/>
        <p:txBody>
          <a:bodyPr/>
          <a:lstStyle/>
          <a:p>
            <a:fld id="{E1CE112F-E153-433A-877E-5C03ACDFD6D1}" type="slidenum">
              <a:rPr lang="en-IN" smtClean="0"/>
              <a:t>8</a:t>
            </a:fld>
            <a:endParaRPr lang="en-IN"/>
          </a:p>
        </p:txBody>
      </p:sp>
      <p:sp>
        <p:nvSpPr>
          <p:cNvPr id="5" name="TextBox 4">
            <a:extLst>
              <a:ext uri="{FF2B5EF4-FFF2-40B4-BE49-F238E27FC236}">
                <a16:creationId xmlns:a16="http://schemas.microsoft.com/office/drawing/2014/main" id="{A7C7C84B-7D06-DE3C-0B71-0C5ABE16EE2B}"/>
              </a:ext>
            </a:extLst>
          </p:cNvPr>
          <p:cNvSpPr txBox="1"/>
          <p:nvPr/>
        </p:nvSpPr>
        <p:spPr>
          <a:xfrm>
            <a:off x="352355" y="147548"/>
            <a:ext cx="4398402" cy="523220"/>
          </a:xfrm>
          <a:prstGeom prst="rect">
            <a:avLst/>
          </a:prstGeom>
          <a:noFill/>
        </p:spPr>
        <p:txBody>
          <a:bodyPr wrap="square">
            <a:spAutoFit/>
          </a:bodyPr>
          <a:lstStyle/>
          <a:p>
            <a:r>
              <a:rPr lang="en-GB" sz="2800" dirty="0" err="1">
                <a:solidFill>
                  <a:srgbClr val="7030A0"/>
                </a:solidFill>
                <a:latin typeface="Agency FB" panose="020B0503020202020204" pitchFamily="34" charset="0"/>
              </a:rPr>
              <a:t>Ayursensora</a:t>
            </a:r>
            <a:r>
              <a:rPr lang="en-GB" sz="2800" dirty="0">
                <a:solidFill>
                  <a:srgbClr val="7030A0"/>
                </a:solidFill>
                <a:latin typeface="Agency FB" panose="020B0503020202020204" pitchFamily="34" charset="0"/>
              </a:rPr>
              <a:t> Master Component List</a:t>
            </a:r>
            <a:endParaRPr lang="en-IN" sz="2800" dirty="0">
              <a:solidFill>
                <a:srgbClr val="7030A0"/>
              </a:solidFill>
              <a:latin typeface="Agency FB" panose="020B0503020202020204" pitchFamily="34" charset="0"/>
            </a:endParaRPr>
          </a:p>
        </p:txBody>
      </p:sp>
      <p:pic>
        <p:nvPicPr>
          <p:cNvPr id="7" name="Picture 6">
            <a:extLst>
              <a:ext uri="{FF2B5EF4-FFF2-40B4-BE49-F238E27FC236}">
                <a16:creationId xmlns:a16="http://schemas.microsoft.com/office/drawing/2014/main" id="{7DBF4707-A177-3CC6-3DCF-3FC27B5D08EB}"/>
              </a:ext>
            </a:extLst>
          </p:cNvPr>
          <p:cNvPicPr>
            <a:picLocks noChangeAspect="1"/>
          </p:cNvPicPr>
          <p:nvPr/>
        </p:nvPicPr>
        <p:blipFill>
          <a:blip r:embed="rId3"/>
          <a:stretch>
            <a:fillRect/>
          </a:stretch>
        </p:blipFill>
        <p:spPr>
          <a:xfrm>
            <a:off x="0" y="1186319"/>
            <a:ext cx="12192000" cy="5365372"/>
          </a:xfrm>
          <a:prstGeom prst="rect">
            <a:avLst/>
          </a:prstGeom>
        </p:spPr>
      </p:pic>
      <p:sp>
        <p:nvSpPr>
          <p:cNvPr id="8" name="Google Shape;44;p30">
            <a:extLst>
              <a:ext uri="{FF2B5EF4-FFF2-40B4-BE49-F238E27FC236}">
                <a16:creationId xmlns:a16="http://schemas.microsoft.com/office/drawing/2014/main" id="{75866E7A-85E3-9956-6BC4-28D0CD3276CB}"/>
              </a:ext>
            </a:extLst>
          </p:cNvPr>
          <p:cNvSpPr txBox="1">
            <a:spLocks/>
          </p:cNvSpPr>
          <p:nvPr/>
        </p:nvSpPr>
        <p:spPr>
          <a:xfrm>
            <a:off x="11669127" y="6400800"/>
            <a:ext cx="404190" cy="381000"/>
          </a:xfrm>
          <a:prstGeom prst="rect">
            <a:avLst/>
          </a:prstGeom>
          <a:solidFill>
            <a:srgbClr val="F8A2A6"/>
          </a:solidFill>
          <a:ln w="19050" cap="flat" cmpd="sng">
            <a:solidFill>
              <a:srgbClr val="B7202E"/>
            </a:solidFill>
            <a:prstDash val="solid"/>
            <a:round/>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SzPts val="2400"/>
            </a:pPr>
            <a:r>
              <a:rPr lang="en-GB" sz="2400" dirty="0">
                <a:solidFill>
                  <a:schemeClr val="lt2"/>
                </a:solidFill>
                <a:latin typeface="Teko"/>
                <a:ea typeface="Teko"/>
                <a:cs typeface="Teko"/>
                <a:sym typeface="Teko"/>
              </a:rPr>
              <a:t>7</a:t>
            </a:r>
            <a:endParaRPr lang="en-GB" dirty="0">
              <a:latin typeface="Teko"/>
              <a:ea typeface="Teko"/>
              <a:cs typeface="Teko"/>
              <a:sym typeface="Teko"/>
            </a:endParaRPr>
          </a:p>
        </p:txBody>
      </p:sp>
    </p:spTree>
    <p:extLst>
      <p:ext uri="{BB962C8B-B14F-4D97-AF65-F5344CB8AC3E}">
        <p14:creationId xmlns:p14="http://schemas.microsoft.com/office/powerpoint/2010/main" val="654739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8275E-485B-BFD4-66DB-F3F597915D6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FE4CF4-C559-3283-C71B-850ECB2EB7B1}"/>
              </a:ext>
            </a:extLst>
          </p:cNvPr>
          <p:cNvSpPr>
            <a:spLocks noGrp="1"/>
          </p:cNvSpPr>
          <p:nvPr>
            <p:ph type="sldNum" sz="quarter" idx="12"/>
          </p:nvPr>
        </p:nvSpPr>
        <p:spPr/>
        <p:txBody>
          <a:bodyPr/>
          <a:lstStyle/>
          <a:p>
            <a:endParaRPr lang="en-IN" dirty="0"/>
          </a:p>
        </p:txBody>
      </p:sp>
      <p:sp>
        <p:nvSpPr>
          <p:cNvPr id="4" name="TextBox 3">
            <a:extLst>
              <a:ext uri="{FF2B5EF4-FFF2-40B4-BE49-F238E27FC236}">
                <a16:creationId xmlns:a16="http://schemas.microsoft.com/office/drawing/2014/main" id="{93784A2D-9F92-6578-5B5E-D93425DA21E2}"/>
              </a:ext>
            </a:extLst>
          </p:cNvPr>
          <p:cNvSpPr txBox="1"/>
          <p:nvPr/>
        </p:nvSpPr>
        <p:spPr>
          <a:xfrm>
            <a:off x="352355" y="147548"/>
            <a:ext cx="4398402" cy="523220"/>
          </a:xfrm>
          <a:prstGeom prst="rect">
            <a:avLst/>
          </a:prstGeom>
          <a:noFill/>
        </p:spPr>
        <p:txBody>
          <a:bodyPr wrap="square">
            <a:spAutoFit/>
          </a:bodyPr>
          <a:lstStyle/>
          <a:p>
            <a:r>
              <a:rPr lang="en-GB" sz="2800" dirty="0" err="1">
                <a:solidFill>
                  <a:srgbClr val="7030A0"/>
                </a:solidFill>
                <a:latin typeface="Agency FB" panose="020B0503020202020204" pitchFamily="34" charset="0"/>
              </a:rPr>
              <a:t>Ayursensora</a:t>
            </a:r>
            <a:r>
              <a:rPr lang="en-GB" sz="2800" dirty="0">
                <a:solidFill>
                  <a:srgbClr val="7030A0"/>
                </a:solidFill>
                <a:latin typeface="Agency FB" panose="020B0503020202020204" pitchFamily="34" charset="0"/>
              </a:rPr>
              <a:t> Master Component List</a:t>
            </a:r>
            <a:endParaRPr lang="en-IN" sz="2800" dirty="0">
              <a:solidFill>
                <a:srgbClr val="7030A0"/>
              </a:solidFill>
              <a:latin typeface="Agency FB" panose="020B0503020202020204" pitchFamily="34" charset="0"/>
            </a:endParaRPr>
          </a:p>
        </p:txBody>
      </p:sp>
      <p:pic>
        <p:nvPicPr>
          <p:cNvPr id="5" name="Picture 4">
            <a:extLst>
              <a:ext uri="{FF2B5EF4-FFF2-40B4-BE49-F238E27FC236}">
                <a16:creationId xmlns:a16="http://schemas.microsoft.com/office/drawing/2014/main" id="{5E77ABF8-C9EC-F258-1747-5E07927722CA}"/>
              </a:ext>
            </a:extLst>
          </p:cNvPr>
          <p:cNvPicPr>
            <a:picLocks noChangeAspect="1"/>
          </p:cNvPicPr>
          <p:nvPr/>
        </p:nvPicPr>
        <p:blipFill>
          <a:blip r:embed="rId3"/>
          <a:stretch>
            <a:fillRect/>
          </a:stretch>
        </p:blipFill>
        <p:spPr>
          <a:xfrm>
            <a:off x="0" y="1435835"/>
            <a:ext cx="12192000" cy="5113851"/>
          </a:xfrm>
          <a:prstGeom prst="rect">
            <a:avLst/>
          </a:prstGeom>
          <a:ln>
            <a:solidFill>
              <a:schemeClr val="tx1"/>
            </a:solidFill>
          </a:ln>
        </p:spPr>
      </p:pic>
      <p:sp>
        <p:nvSpPr>
          <p:cNvPr id="6" name="Google Shape;44;p30">
            <a:extLst>
              <a:ext uri="{FF2B5EF4-FFF2-40B4-BE49-F238E27FC236}">
                <a16:creationId xmlns:a16="http://schemas.microsoft.com/office/drawing/2014/main" id="{889F25C1-2508-34B3-05CB-B59B227C7459}"/>
              </a:ext>
            </a:extLst>
          </p:cNvPr>
          <p:cNvSpPr txBox="1">
            <a:spLocks/>
          </p:cNvSpPr>
          <p:nvPr/>
        </p:nvSpPr>
        <p:spPr>
          <a:xfrm>
            <a:off x="11669127" y="6400800"/>
            <a:ext cx="404190" cy="381000"/>
          </a:xfrm>
          <a:prstGeom prst="rect">
            <a:avLst/>
          </a:prstGeom>
          <a:solidFill>
            <a:srgbClr val="F8A2A6"/>
          </a:solidFill>
          <a:ln w="19050" cap="flat" cmpd="sng">
            <a:solidFill>
              <a:srgbClr val="B7202E"/>
            </a:solidFill>
            <a:prstDash val="solid"/>
            <a:round/>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SzPts val="2400"/>
            </a:pPr>
            <a:r>
              <a:rPr lang="en-GB" sz="2400" dirty="0">
                <a:solidFill>
                  <a:schemeClr val="lt2"/>
                </a:solidFill>
                <a:latin typeface="Teko"/>
                <a:ea typeface="Teko"/>
                <a:cs typeface="Teko"/>
                <a:sym typeface="Teko"/>
              </a:rPr>
              <a:t>8</a:t>
            </a:r>
            <a:endParaRPr lang="en-GB" dirty="0">
              <a:latin typeface="Teko"/>
              <a:ea typeface="Teko"/>
              <a:cs typeface="Teko"/>
              <a:sym typeface="Teko"/>
            </a:endParaRPr>
          </a:p>
        </p:txBody>
      </p:sp>
    </p:spTree>
    <p:extLst>
      <p:ext uri="{BB962C8B-B14F-4D97-AF65-F5344CB8AC3E}">
        <p14:creationId xmlns:p14="http://schemas.microsoft.com/office/powerpoint/2010/main" val="10189301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D0C36-A5C2-72D5-3929-45E8897C30F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DD0C90-CB6E-E20C-067B-578BB9471AF6}"/>
              </a:ext>
            </a:extLst>
          </p:cNvPr>
          <p:cNvSpPr>
            <a:spLocks noGrp="1"/>
          </p:cNvSpPr>
          <p:nvPr>
            <p:ph type="sldNum" sz="quarter" idx="12"/>
          </p:nvPr>
        </p:nvSpPr>
        <p:spPr/>
        <p:txBody>
          <a:bodyPr/>
          <a:lstStyle/>
          <a:p>
            <a:endParaRPr lang="en-IN" dirty="0"/>
          </a:p>
        </p:txBody>
      </p:sp>
      <p:sp>
        <p:nvSpPr>
          <p:cNvPr id="4" name="TextBox 3">
            <a:extLst>
              <a:ext uri="{FF2B5EF4-FFF2-40B4-BE49-F238E27FC236}">
                <a16:creationId xmlns:a16="http://schemas.microsoft.com/office/drawing/2014/main" id="{591E93C3-D579-9095-9285-82450C852775}"/>
              </a:ext>
            </a:extLst>
          </p:cNvPr>
          <p:cNvSpPr txBox="1"/>
          <p:nvPr/>
        </p:nvSpPr>
        <p:spPr>
          <a:xfrm>
            <a:off x="352355" y="147548"/>
            <a:ext cx="4398402" cy="523220"/>
          </a:xfrm>
          <a:prstGeom prst="rect">
            <a:avLst/>
          </a:prstGeom>
          <a:noFill/>
        </p:spPr>
        <p:txBody>
          <a:bodyPr wrap="square">
            <a:spAutoFit/>
          </a:bodyPr>
          <a:lstStyle/>
          <a:p>
            <a:r>
              <a:rPr lang="en-GB" sz="2800" dirty="0" err="1">
                <a:solidFill>
                  <a:srgbClr val="7030A0"/>
                </a:solidFill>
                <a:latin typeface="Agency FB" panose="020B0503020202020204" pitchFamily="34" charset="0"/>
              </a:rPr>
              <a:t>Ayursensora</a:t>
            </a:r>
            <a:r>
              <a:rPr lang="en-GB" sz="2800" dirty="0">
                <a:solidFill>
                  <a:srgbClr val="7030A0"/>
                </a:solidFill>
                <a:latin typeface="Agency FB" panose="020B0503020202020204" pitchFamily="34" charset="0"/>
              </a:rPr>
              <a:t> Master Component List</a:t>
            </a:r>
            <a:endParaRPr lang="en-IN" sz="2800" dirty="0">
              <a:solidFill>
                <a:srgbClr val="7030A0"/>
              </a:solidFill>
              <a:latin typeface="Agency FB" panose="020B0503020202020204" pitchFamily="34" charset="0"/>
            </a:endParaRPr>
          </a:p>
        </p:txBody>
      </p:sp>
      <p:pic>
        <p:nvPicPr>
          <p:cNvPr id="6" name="Picture 5">
            <a:extLst>
              <a:ext uri="{FF2B5EF4-FFF2-40B4-BE49-F238E27FC236}">
                <a16:creationId xmlns:a16="http://schemas.microsoft.com/office/drawing/2014/main" id="{E7BE8094-3949-EB2D-B904-86B4B2EEBAE0}"/>
              </a:ext>
            </a:extLst>
          </p:cNvPr>
          <p:cNvPicPr>
            <a:picLocks noChangeAspect="1"/>
          </p:cNvPicPr>
          <p:nvPr/>
        </p:nvPicPr>
        <p:blipFill>
          <a:blip r:embed="rId3"/>
          <a:stretch>
            <a:fillRect/>
          </a:stretch>
        </p:blipFill>
        <p:spPr>
          <a:xfrm>
            <a:off x="0" y="1187331"/>
            <a:ext cx="12192000" cy="5363362"/>
          </a:xfrm>
          <a:prstGeom prst="rect">
            <a:avLst/>
          </a:prstGeom>
          <a:ln>
            <a:solidFill>
              <a:schemeClr val="tx1"/>
            </a:solidFill>
          </a:ln>
        </p:spPr>
      </p:pic>
      <p:sp>
        <p:nvSpPr>
          <p:cNvPr id="7" name="Google Shape;44;p30">
            <a:extLst>
              <a:ext uri="{FF2B5EF4-FFF2-40B4-BE49-F238E27FC236}">
                <a16:creationId xmlns:a16="http://schemas.microsoft.com/office/drawing/2014/main" id="{ADF80839-7A52-570B-62B5-290398254E64}"/>
              </a:ext>
            </a:extLst>
          </p:cNvPr>
          <p:cNvSpPr txBox="1">
            <a:spLocks/>
          </p:cNvSpPr>
          <p:nvPr/>
        </p:nvSpPr>
        <p:spPr>
          <a:xfrm>
            <a:off x="11669127" y="6400800"/>
            <a:ext cx="404190" cy="381000"/>
          </a:xfrm>
          <a:prstGeom prst="rect">
            <a:avLst/>
          </a:prstGeom>
          <a:solidFill>
            <a:srgbClr val="F8A2A6"/>
          </a:solidFill>
          <a:ln w="19050" cap="flat" cmpd="sng">
            <a:solidFill>
              <a:srgbClr val="B7202E"/>
            </a:solidFill>
            <a:prstDash val="solid"/>
            <a:round/>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SzPts val="2400"/>
            </a:pPr>
            <a:r>
              <a:rPr lang="en-GB" sz="2400" dirty="0">
                <a:solidFill>
                  <a:schemeClr val="lt2"/>
                </a:solidFill>
                <a:latin typeface="Teko"/>
                <a:ea typeface="Teko"/>
                <a:cs typeface="Teko"/>
                <a:sym typeface="Teko"/>
              </a:rPr>
              <a:t>9</a:t>
            </a:r>
            <a:endParaRPr lang="en-GB" dirty="0">
              <a:latin typeface="Teko"/>
              <a:ea typeface="Teko"/>
              <a:cs typeface="Teko"/>
              <a:sym typeface="Teko"/>
            </a:endParaRPr>
          </a:p>
        </p:txBody>
      </p:sp>
    </p:spTree>
    <p:extLst>
      <p:ext uri="{BB962C8B-B14F-4D97-AF65-F5344CB8AC3E}">
        <p14:creationId xmlns:p14="http://schemas.microsoft.com/office/powerpoint/2010/main" val="1588323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C7125-44A8-13DF-1EDE-E4B350B28F1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1BA9E84-5B0A-D956-91D1-D84A31DC1B83}"/>
              </a:ext>
            </a:extLst>
          </p:cNvPr>
          <p:cNvSpPr>
            <a:spLocks noGrp="1"/>
          </p:cNvSpPr>
          <p:nvPr>
            <p:ph type="sldNum" sz="quarter" idx="12"/>
          </p:nvPr>
        </p:nvSpPr>
        <p:spPr/>
        <p:txBody>
          <a:bodyPr/>
          <a:lstStyle/>
          <a:p>
            <a:endParaRPr lang="en-IN" dirty="0"/>
          </a:p>
        </p:txBody>
      </p:sp>
      <p:sp>
        <p:nvSpPr>
          <p:cNvPr id="4" name="TextBox 3">
            <a:extLst>
              <a:ext uri="{FF2B5EF4-FFF2-40B4-BE49-F238E27FC236}">
                <a16:creationId xmlns:a16="http://schemas.microsoft.com/office/drawing/2014/main" id="{1390F92B-8953-47F9-0C74-1EDBE29574F6}"/>
              </a:ext>
            </a:extLst>
          </p:cNvPr>
          <p:cNvSpPr txBox="1"/>
          <p:nvPr/>
        </p:nvSpPr>
        <p:spPr>
          <a:xfrm>
            <a:off x="352355" y="147548"/>
            <a:ext cx="4398402" cy="523220"/>
          </a:xfrm>
          <a:prstGeom prst="rect">
            <a:avLst/>
          </a:prstGeom>
          <a:noFill/>
        </p:spPr>
        <p:txBody>
          <a:bodyPr wrap="square">
            <a:spAutoFit/>
          </a:bodyPr>
          <a:lstStyle/>
          <a:p>
            <a:r>
              <a:rPr lang="en-GB" sz="2800" dirty="0" err="1">
                <a:solidFill>
                  <a:srgbClr val="7030A0"/>
                </a:solidFill>
                <a:latin typeface="Agency FB" panose="020B0503020202020204" pitchFamily="34" charset="0"/>
              </a:rPr>
              <a:t>Ayursensora</a:t>
            </a:r>
            <a:r>
              <a:rPr lang="en-GB" sz="2800" dirty="0">
                <a:solidFill>
                  <a:srgbClr val="7030A0"/>
                </a:solidFill>
                <a:latin typeface="Agency FB" panose="020B0503020202020204" pitchFamily="34" charset="0"/>
              </a:rPr>
              <a:t> Master Component List</a:t>
            </a:r>
            <a:endParaRPr lang="en-IN" sz="2800" dirty="0">
              <a:solidFill>
                <a:srgbClr val="7030A0"/>
              </a:solidFill>
              <a:latin typeface="Agency FB" panose="020B0503020202020204" pitchFamily="34" charset="0"/>
            </a:endParaRPr>
          </a:p>
        </p:txBody>
      </p:sp>
      <p:pic>
        <p:nvPicPr>
          <p:cNvPr id="5" name="Picture 4">
            <a:extLst>
              <a:ext uri="{FF2B5EF4-FFF2-40B4-BE49-F238E27FC236}">
                <a16:creationId xmlns:a16="http://schemas.microsoft.com/office/drawing/2014/main" id="{427AE090-7A18-A0F3-B572-F988E558F8D5}"/>
              </a:ext>
            </a:extLst>
          </p:cNvPr>
          <p:cNvPicPr>
            <a:picLocks noChangeAspect="1"/>
          </p:cNvPicPr>
          <p:nvPr/>
        </p:nvPicPr>
        <p:blipFill>
          <a:blip r:embed="rId3"/>
          <a:stretch>
            <a:fillRect/>
          </a:stretch>
        </p:blipFill>
        <p:spPr>
          <a:xfrm>
            <a:off x="0" y="1262898"/>
            <a:ext cx="12192000" cy="5280967"/>
          </a:xfrm>
          <a:prstGeom prst="rect">
            <a:avLst/>
          </a:prstGeom>
          <a:ln>
            <a:solidFill>
              <a:schemeClr val="tx1"/>
            </a:solidFill>
          </a:ln>
        </p:spPr>
      </p:pic>
      <p:sp>
        <p:nvSpPr>
          <p:cNvPr id="7" name="Google Shape;44;p30">
            <a:extLst>
              <a:ext uri="{FF2B5EF4-FFF2-40B4-BE49-F238E27FC236}">
                <a16:creationId xmlns:a16="http://schemas.microsoft.com/office/drawing/2014/main" id="{21F62396-6946-8CBE-0595-DC81DD1156E5}"/>
              </a:ext>
            </a:extLst>
          </p:cNvPr>
          <p:cNvSpPr txBox="1">
            <a:spLocks/>
          </p:cNvSpPr>
          <p:nvPr/>
        </p:nvSpPr>
        <p:spPr>
          <a:xfrm>
            <a:off x="11669127" y="6400800"/>
            <a:ext cx="404190" cy="381000"/>
          </a:xfrm>
          <a:prstGeom prst="rect">
            <a:avLst/>
          </a:prstGeom>
          <a:solidFill>
            <a:srgbClr val="F8A2A6"/>
          </a:solidFill>
          <a:ln w="19050" cap="flat" cmpd="sng">
            <a:solidFill>
              <a:srgbClr val="B7202E"/>
            </a:solidFill>
            <a:prstDash val="solid"/>
            <a:round/>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SzPts val="2400"/>
            </a:pPr>
            <a:r>
              <a:rPr lang="en-GB" sz="2400" dirty="0">
                <a:solidFill>
                  <a:schemeClr val="lt2"/>
                </a:solidFill>
                <a:latin typeface="Teko"/>
                <a:ea typeface="Teko"/>
                <a:cs typeface="Teko"/>
                <a:sym typeface="Teko"/>
              </a:rPr>
              <a:t>10</a:t>
            </a:r>
            <a:endParaRPr lang="en-GB" dirty="0">
              <a:latin typeface="Teko"/>
              <a:ea typeface="Teko"/>
              <a:cs typeface="Teko"/>
              <a:sym typeface="Teko"/>
            </a:endParaRPr>
          </a:p>
        </p:txBody>
      </p:sp>
    </p:spTree>
    <p:extLst>
      <p:ext uri="{BB962C8B-B14F-4D97-AF65-F5344CB8AC3E}">
        <p14:creationId xmlns:p14="http://schemas.microsoft.com/office/powerpoint/2010/main" val="989125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2" name="Rectangle 1">
            <a:extLst>
              <a:ext uri="{FF2B5EF4-FFF2-40B4-BE49-F238E27FC236}">
                <a16:creationId xmlns:a16="http://schemas.microsoft.com/office/drawing/2014/main" id="{B57162B6-38D7-D98A-D20E-F174A2E4D484}"/>
              </a:ext>
            </a:extLst>
          </p:cNvPr>
          <p:cNvSpPr/>
          <p:nvPr/>
        </p:nvSpPr>
        <p:spPr>
          <a:xfrm>
            <a:off x="45966" y="2351314"/>
            <a:ext cx="10534947" cy="445798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6" name="Google Shape;166;p6"/>
          <p:cNvCxnSpPr/>
          <p:nvPr/>
        </p:nvCxnSpPr>
        <p:spPr>
          <a:xfrm flipH="1">
            <a:off x="6083482" y="534409"/>
            <a:ext cx="35751" cy="3263194"/>
          </a:xfrm>
          <a:prstGeom prst="straightConnector1">
            <a:avLst/>
          </a:prstGeom>
          <a:noFill/>
          <a:ln w="38100" cap="flat" cmpd="sng">
            <a:solidFill>
              <a:schemeClr val="dk1"/>
            </a:solidFill>
            <a:prstDash val="solid"/>
            <a:miter lim="800000"/>
            <a:headEnd type="none" w="sm" len="sm"/>
            <a:tailEnd type="none" w="sm" len="sm"/>
          </a:ln>
        </p:spPr>
      </p:cxnSp>
      <p:sp>
        <p:nvSpPr>
          <p:cNvPr id="167" name="Google Shape;167;p6"/>
          <p:cNvSpPr txBox="1"/>
          <p:nvPr/>
        </p:nvSpPr>
        <p:spPr>
          <a:xfrm>
            <a:off x="4772933" y="6489265"/>
            <a:ext cx="1987664"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000">
                <a:solidFill>
                  <a:schemeClr val="dk1"/>
                </a:solidFill>
                <a:latin typeface="Times New Roman"/>
                <a:ea typeface="Times New Roman"/>
                <a:cs typeface="Times New Roman"/>
                <a:sym typeface="Times New Roman"/>
              </a:rPr>
              <a:t>Proposed Design</a:t>
            </a:r>
            <a:endParaRPr/>
          </a:p>
        </p:txBody>
      </p:sp>
      <p:pic>
        <p:nvPicPr>
          <p:cNvPr id="168" name="Google Shape;168;p6"/>
          <p:cNvPicPr preferRelativeResize="0"/>
          <p:nvPr/>
        </p:nvPicPr>
        <p:blipFill rotWithShape="1">
          <a:blip r:embed="rId3">
            <a:alphaModFix/>
          </a:blip>
          <a:srcRect/>
          <a:stretch/>
        </p:blipFill>
        <p:spPr>
          <a:xfrm>
            <a:off x="18467" y="591443"/>
            <a:ext cx="6023765" cy="4248000"/>
          </a:xfrm>
          <a:prstGeom prst="rect">
            <a:avLst/>
          </a:prstGeom>
          <a:noFill/>
          <a:ln>
            <a:noFill/>
          </a:ln>
        </p:spPr>
      </p:pic>
      <p:sp>
        <p:nvSpPr>
          <p:cNvPr id="169" name="Google Shape;169;p6"/>
          <p:cNvSpPr txBox="1"/>
          <p:nvPr/>
        </p:nvSpPr>
        <p:spPr>
          <a:xfrm>
            <a:off x="0" y="0"/>
            <a:ext cx="12191999"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200" dirty="0">
                <a:solidFill>
                  <a:schemeClr val="dk1"/>
                </a:solidFill>
                <a:latin typeface="Times New Roman"/>
                <a:ea typeface="Times New Roman"/>
                <a:cs typeface="Times New Roman"/>
                <a:sym typeface="Times New Roman"/>
              </a:rPr>
              <a:t>Methodology</a:t>
            </a:r>
            <a:endParaRPr dirty="0"/>
          </a:p>
        </p:txBody>
      </p:sp>
      <p:grpSp>
        <p:nvGrpSpPr>
          <p:cNvPr id="170" name="Google Shape;170;p6"/>
          <p:cNvGrpSpPr/>
          <p:nvPr/>
        </p:nvGrpSpPr>
        <p:grpSpPr>
          <a:xfrm>
            <a:off x="6997116" y="2407148"/>
            <a:ext cx="4715527" cy="1671526"/>
            <a:chOff x="7247300" y="1320209"/>
            <a:chExt cx="4715527" cy="1671526"/>
          </a:xfrm>
        </p:grpSpPr>
        <p:sp>
          <p:nvSpPr>
            <p:cNvPr id="171" name="Google Shape;171;p6"/>
            <p:cNvSpPr/>
            <p:nvPr/>
          </p:nvSpPr>
          <p:spPr>
            <a:xfrm>
              <a:off x="7247300" y="1601708"/>
              <a:ext cx="4715527" cy="1390027"/>
            </a:xfrm>
            <a:prstGeom prst="roundRect">
              <a:avLst>
                <a:gd name="adj" fmla="val 16667"/>
              </a:avLst>
            </a:prstGeom>
            <a:noFill/>
            <a:ln w="19050" cap="flat" cmpd="sng">
              <a:solidFill>
                <a:srgbClr val="00B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Times New Roman"/>
                <a:ea typeface="Times New Roman"/>
                <a:cs typeface="Times New Roman"/>
                <a:sym typeface="Times New Roman"/>
              </a:endParaRPr>
            </a:p>
          </p:txBody>
        </p:sp>
        <p:sp>
          <p:nvSpPr>
            <p:cNvPr id="172" name="Google Shape;172;p6"/>
            <p:cNvSpPr txBox="1"/>
            <p:nvPr/>
          </p:nvSpPr>
          <p:spPr>
            <a:xfrm>
              <a:off x="7334701" y="2522772"/>
              <a:ext cx="415657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600">
                  <a:solidFill>
                    <a:srgbClr val="008000"/>
                  </a:solidFill>
                  <a:latin typeface="Times New Roman"/>
                  <a:ea typeface="Times New Roman"/>
                  <a:cs typeface="Times New Roman"/>
                  <a:sym typeface="Times New Roman"/>
                </a:rPr>
                <a:t>Vataj – Sandal Wood/ Cinnamon/frankincense</a:t>
              </a:r>
              <a:endParaRPr/>
            </a:p>
          </p:txBody>
        </p:sp>
        <p:sp>
          <p:nvSpPr>
            <p:cNvPr id="173" name="Google Shape;173;p6"/>
            <p:cNvSpPr txBox="1"/>
            <p:nvPr/>
          </p:nvSpPr>
          <p:spPr>
            <a:xfrm>
              <a:off x="7334702" y="2153440"/>
              <a:ext cx="433714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600">
                  <a:solidFill>
                    <a:srgbClr val="008000"/>
                  </a:solidFill>
                  <a:latin typeface="Times New Roman"/>
                  <a:ea typeface="Times New Roman"/>
                  <a:cs typeface="Times New Roman"/>
                  <a:sym typeface="Times New Roman"/>
                </a:rPr>
                <a:t>Pittaj – Rose/ Jasmin / Lavender / Mint</a:t>
              </a:r>
              <a:endParaRPr sz="1600">
                <a:solidFill>
                  <a:srgbClr val="008000"/>
                </a:solidFill>
                <a:latin typeface="Times New Roman"/>
                <a:ea typeface="Times New Roman"/>
                <a:cs typeface="Times New Roman"/>
                <a:sym typeface="Times New Roman"/>
              </a:endParaRPr>
            </a:p>
          </p:txBody>
        </p:sp>
        <p:sp>
          <p:nvSpPr>
            <p:cNvPr id="174" name="Google Shape;174;p6"/>
            <p:cNvSpPr txBox="1"/>
            <p:nvPr/>
          </p:nvSpPr>
          <p:spPr>
            <a:xfrm>
              <a:off x="7334701" y="1778970"/>
              <a:ext cx="462812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600">
                  <a:solidFill>
                    <a:srgbClr val="008000"/>
                  </a:solidFill>
                  <a:latin typeface="Times New Roman"/>
                  <a:ea typeface="Times New Roman"/>
                  <a:cs typeface="Times New Roman"/>
                  <a:sym typeface="Times New Roman"/>
                </a:rPr>
                <a:t>Kaphaj- Rosemery/ Eucalyptus / Thyme / Peppermint </a:t>
              </a:r>
              <a:endParaRPr sz="1600">
                <a:solidFill>
                  <a:srgbClr val="008000"/>
                </a:solidFill>
                <a:latin typeface="Times New Roman"/>
                <a:ea typeface="Times New Roman"/>
                <a:cs typeface="Times New Roman"/>
                <a:sym typeface="Times New Roman"/>
              </a:endParaRPr>
            </a:p>
          </p:txBody>
        </p:sp>
        <p:sp>
          <p:nvSpPr>
            <p:cNvPr id="175" name="Google Shape;175;p6"/>
            <p:cNvSpPr txBox="1"/>
            <p:nvPr/>
          </p:nvSpPr>
          <p:spPr>
            <a:xfrm>
              <a:off x="7543760" y="1320209"/>
              <a:ext cx="1747422" cy="369332"/>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rgbClr val="008000"/>
                  </a:solidFill>
                  <a:latin typeface="Times New Roman"/>
                  <a:ea typeface="Times New Roman"/>
                  <a:cs typeface="Times New Roman"/>
                  <a:sym typeface="Times New Roman"/>
                </a:rPr>
                <a:t>Aroma therapy</a:t>
              </a:r>
              <a:endParaRPr sz="1800" b="1">
                <a:solidFill>
                  <a:srgbClr val="008000"/>
                </a:solidFill>
                <a:latin typeface="Times New Roman"/>
                <a:ea typeface="Times New Roman"/>
                <a:cs typeface="Times New Roman"/>
                <a:sym typeface="Times New Roman"/>
              </a:endParaRPr>
            </a:p>
          </p:txBody>
        </p:sp>
      </p:grpSp>
      <p:grpSp>
        <p:nvGrpSpPr>
          <p:cNvPr id="176" name="Google Shape;176;p6"/>
          <p:cNvGrpSpPr/>
          <p:nvPr/>
        </p:nvGrpSpPr>
        <p:grpSpPr>
          <a:xfrm>
            <a:off x="6997116" y="4148045"/>
            <a:ext cx="4715526" cy="1672602"/>
            <a:chOff x="4924695" y="4953513"/>
            <a:chExt cx="2997110" cy="1672602"/>
          </a:xfrm>
        </p:grpSpPr>
        <p:sp>
          <p:nvSpPr>
            <p:cNvPr id="177" name="Google Shape;177;p6"/>
            <p:cNvSpPr txBox="1"/>
            <p:nvPr/>
          </p:nvSpPr>
          <p:spPr>
            <a:xfrm>
              <a:off x="5027328" y="6110244"/>
              <a:ext cx="19190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600">
                  <a:solidFill>
                    <a:srgbClr val="0070C0"/>
                  </a:solidFill>
                  <a:latin typeface="Times New Roman"/>
                  <a:ea typeface="Times New Roman"/>
                  <a:cs typeface="Times New Roman"/>
                  <a:sym typeface="Times New Roman"/>
                </a:rPr>
                <a:t>Vataj – Lush Forest</a:t>
              </a:r>
              <a:endParaRPr sz="1600">
                <a:solidFill>
                  <a:srgbClr val="0070C0"/>
                </a:solidFill>
                <a:latin typeface="Times New Roman"/>
                <a:ea typeface="Times New Roman"/>
                <a:cs typeface="Times New Roman"/>
                <a:sym typeface="Times New Roman"/>
              </a:endParaRPr>
            </a:p>
          </p:txBody>
        </p:sp>
        <p:sp>
          <p:nvSpPr>
            <p:cNvPr id="178" name="Google Shape;178;p6"/>
            <p:cNvSpPr txBox="1"/>
            <p:nvPr/>
          </p:nvSpPr>
          <p:spPr>
            <a:xfrm>
              <a:off x="5027329" y="5740912"/>
              <a:ext cx="289447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600">
                  <a:solidFill>
                    <a:srgbClr val="0070C0"/>
                  </a:solidFill>
                  <a:latin typeface="Times New Roman"/>
                  <a:ea typeface="Times New Roman"/>
                  <a:cs typeface="Times New Roman"/>
                  <a:sym typeface="Times New Roman"/>
                </a:rPr>
                <a:t>Pittaj – Mountains + Water bodies </a:t>
              </a:r>
              <a:endParaRPr sz="1600">
                <a:solidFill>
                  <a:srgbClr val="0070C0"/>
                </a:solidFill>
                <a:latin typeface="Times New Roman"/>
                <a:ea typeface="Times New Roman"/>
                <a:cs typeface="Times New Roman"/>
                <a:sym typeface="Times New Roman"/>
              </a:endParaRPr>
            </a:p>
          </p:txBody>
        </p:sp>
        <p:sp>
          <p:nvSpPr>
            <p:cNvPr id="179" name="Google Shape;179;p6"/>
            <p:cNvSpPr txBox="1"/>
            <p:nvPr/>
          </p:nvSpPr>
          <p:spPr>
            <a:xfrm>
              <a:off x="5027328" y="5371580"/>
              <a:ext cx="268224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600">
                  <a:solidFill>
                    <a:srgbClr val="0070C0"/>
                  </a:solidFill>
                  <a:latin typeface="Times New Roman"/>
                  <a:ea typeface="Times New Roman"/>
                  <a:cs typeface="Times New Roman"/>
                  <a:sym typeface="Times New Roman"/>
                </a:rPr>
                <a:t>Kaphaj- Flowing water, Medows</a:t>
              </a:r>
              <a:endParaRPr sz="1600">
                <a:solidFill>
                  <a:srgbClr val="0070C0"/>
                </a:solidFill>
                <a:latin typeface="Times New Roman"/>
                <a:ea typeface="Times New Roman"/>
                <a:cs typeface="Times New Roman"/>
                <a:sym typeface="Times New Roman"/>
              </a:endParaRPr>
            </a:p>
          </p:txBody>
        </p:sp>
        <p:sp>
          <p:nvSpPr>
            <p:cNvPr id="180" name="Google Shape;180;p6"/>
            <p:cNvSpPr/>
            <p:nvPr/>
          </p:nvSpPr>
          <p:spPr>
            <a:xfrm>
              <a:off x="4924695" y="5236088"/>
              <a:ext cx="2936131" cy="1390027"/>
            </a:xfrm>
            <a:prstGeom prst="roundRect">
              <a:avLst>
                <a:gd name="adj" fmla="val 16667"/>
              </a:avLst>
            </a:prstGeom>
            <a:noFill/>
            <a:ln w="1905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Times New Roman"/>
                <a:ea typeface="Times New Roman"/>
                <a:cs typeface="Times New Roman"/>
                <a:sym typeface="Times New Roman"/>
              </a:endParaRPr>
            </a:p>
          </p:txBody>
        </p:sp>
        <p:sp>
          <p:nvSpPr>
            <p:cNvPr id="181" name="Google Shape;181;p6"/>
            <p:cNvSpPr txBox="1"/>
            <p:nvPr/>
          </p:nvSpPr>
          <p:spPr>
            <a:xfrm>
              <a:off x="5108915" y="4953513"/>
              <a:ext cx="2225786" cy="369332"/>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i="0" u="none" strike="noStrike">
                  <a:solidFill>
                    <a:srgbClr val="0070C0"/>
                  </a:solidFill>
                  <a:latin typeface="Times New Roman"/>
                  <a:ea typeface="Times New Roman"/>
                  <a:cs typeface="Times New Roman"/>
                  <a:sym typeface="Times New Roman"/>
                </a:rPr>
                <a:t>Display Technology</a:t>
              </a:r>
              <a:endParaRPr sz="1800" b="1">
                <a:solidFill>
                  <a:srgbClr val="0070C0"/>
                </a:solidFill>
                <a:latin typeface="Times New Roman"/>
                <a:ea typeface="Times New Roman"/>
                <a:cs typeface="Times New Roman"/>
                <a:sym typeface="Times New Roman"/>
              </a:endParaRPr>
            </a:p>
          </p:txBody>
        </p:sp>
      </p:grpSp>
      <p:grpSp>
        <p:nvGrpSpPr>
          <p:cNvPr id="182" name="Google Shape;182;p6"/>
          <p:cNvGrpSpPr/>
          <p:nvPr/>
        </p:nvGrpSpPr>
        <p:grpSpPr>
          <a:xfrm>
            <a:off x="6997116" y="653651"/>
            <a:ext cx="4715527" cy="1757864"/>
            <a:chOff x="241174" y="1230679"/>
            <a:chExt cx="4296577" cy="2099159"/>
          </a:xfrm>
        </p:grpSpPr>
        <p:sp>
          <p:nvSpPr>
            <p:cNvPr id="183" name="Google Shape;183;p6"/>
            <p:cNvSpPr/>
            <p:nvPr/>
          </p:nvSpPr>
          <p:spPr>
            <a:xfrm>
              <a:off x="241174" y="1486102"/>
              <a:ext cx="4296577" cy="1843736"/>
            </a:xfrm>
            <a:prstGeom prst="roundRect">
              <a:avLst>
                <a:gd name="adj" fmla="val 16667"/>
              </a:avLst>
            </a:prstGeom>
            <a:noFill/>
            <a:ln w="19050" cap="flat" cmpd="sng">
              <a:solidFill>
                <a:srgbClr val="BF4F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rgbClr val="7030A0"/>
                </a:solidFill>
                <a:latin typeface="Times New Roman"/>
                <a:ea typeface="Times New Roman"/>
                <a:cs typeface="Times New Roman"/>
                <a:sym typeface="Times New Roman"/>
              </a:endParaRPr>
            </a:p>
          </p:txBody>
        </p:sp>
        <p:sp>
          <p:nvSpPr>
            <p:cNvPr id="184" name="Google Shape;184;p6"/>
            <p:cNvSpPr txBox="1"/>
            <p:nvPr/>
          </p:nvSpPr>
          <p:spPr>
            <a:xfrm>
              <a:off x="546847" y="1230679"/>
              <a:ext cx="1704603" cy="369332"/>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i="0" u="none" strike="noStrike">
                  <a:solidFill>
                    <a:srgbClr val="BF4F14"/>
                  </a:solidFill>
                  <a:latin typeface="Times New Roman"/>
                  <a:ea typeface="Times New Roman"/>
                  <a:cs typeface="Times New Roman"/>
                  <a:sym typeface="Times New Roman"/>
                </a:rPr>
                <a:t>Music Melody</a:t>
              </a:r>
              <a:endParaRPr sz="1800" b="1">
                <a:solidFill>
                  <a:srgbClr val="BF4F14"/>
                </a:solidFill>
                <a:latin typeface="Times New Roman"/>
                <a:ea typeface="Times New Roman"/>
                <a:cs typeface="Times New Roman"/>
                <a:sym typeface="Times New Roman"/>
              </a:endParaRPr>
            </a:p>
          </p:txBody>
        </p:sp>
        <p:sp>
          <p:nvSpPr>
            <p:cNvPr id="185" name="Google Shape;185;p6"/>
            <p:cNvSpPr txBox="1"/>
            <p:nvPr/>
          </p:nvSpPr>
          <p:spPr>
            <a:xfrm>
              <a:off x="322257" y="1672838"/>
              <a:ext cx="414815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600" b="0" i="0" u="none" strike="noStrike">
                  <a:solidFill>
                    <a:srgbClr val="BF4F14"/>
                  </a:solidFill>
                  <a:latin typeface="Times New Roman"/>
                  <a:ea typeface="Times New Roman"/>
                  <a:cs typeface="Times New Roman"/>
                  <a:sym typeface="Times New Roman"/>
                </a:rPr>
                <a:t>Kaphaj – </a:t>
              </a:r>
              <a:r>
                <a:rPr lang="en-IN" sz="1600">
                  <a:solidFill>
                    <a:srgbClr val="BF4F14"/>
                  </a:solidFill>
                  <a:latin typeface="Times New Roman"/>
                  <a:ea typeface="Times New Roman"/>
                  <a:cs typeface="Times New Roman"/>
                  <a:sym typeface="Times New Roman"/>
                </a:rPr>
                <a:t>Bhairav, Jaunpuri, Hamsadhwani, Desh</a:t>
              </a:r>
              <a:r>
                <a:rPr lang="en-IN" sz="1600" b="0" i="0" u="none" strike="noStrike">
                  <a:solidFill>
                    <a:srgbClr val="BF4F14"/>
                  </a:solidFill>
                  <a:latin typeface="Times New Roman"/>
                  <a:ea typeface="Times New Roman"/>
                  <a:cs typeface="Times New Roman"/>
                  <a:sym typeface="Times New Roman"/>
                </a:rPr>
                <a:t>  </a:t>
              </a:r>
              <a:endParaRPr sz="1600">
                <a:solidFill>
                  <a:srgbClr val="BF4F14"/>
                </a:solidFill>
                <a:latin typeface="Times New Roman"/>
                <a:ea typeface="Times New Roman"/>
                <a:cs typeface="Times New Roman"/>
                <a:sym typeface="Times New Roman"/>
              </a:endParaRPr>
            </a:p>
          </p:txBody>
        </p:sp>
        <p:sp>
          <p:nvSpPr>
            <p:cNvPr id="186" name="Google Shape;186;p6"/>
            <p:cNvSpPr txBox="1"/>
            <p:nvPr/>
          </p:nvSpPr>
          <p:spPr>
            <a:xfrm>
              <a:off x="381652" y="2750206"/>
              <a:ext cx="3726438" cy="338554"/>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600" b="0" i="0" u="none" strike="noStrike">
                  <a:solidFill>
                    <a:srgbClr val="BF4F14"/>
                  </a:solidFill>
                  <a:latin typeface="Times New Roman"/>
                  <a:ea typeface="Times New Roman"/>
                  <a:cs typeface="Times New Roman"/>
                  <a:sym typeface="Times New Roman"/>
                </a:rPr>
                <a:t>Vataj – </a:t>
              </a:r>
              <a:r>
                <a:rPr lang="en-IN" sz="1600">
                  <a:solidFill>
                    <a:srgbClr val="BF4F14"/>
                  </a:solidFill>
                  <a:latin typeface="Times New Roman"/>
                  <a:ea typeface="Times New Roman"/>
                  <a:cs typeface="Times New Roman"/>
                  <a:sym typeface="Times New Roman"/>
                </a:rPr>
                <a:t>Bhimpalasi,  Bageshree, Yaman, Kafi</a:t>
              </a:r>
              <a:endParaRPr/>
            </a:p>
          </p:txBody>
        </p:sp>
        <p:sp>
          <p:nvSpPr>
            <p:cNvPr id="187" name="Google Shape;187;p6"/>
            <p:cNvSpPr txBox="1"/>
            <p:nvPr/>
          </p:nvSpPr>
          <p:spPr>
            <a:xfrm>
              <a:off x="373905" y="2205799"/>
              <a:ext cx="403111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600" b="0" i="0" u="none" strike="noStrike">
                  <a:solidFill>
                    <a:srgbClr val="BF4F14"/>
                  </a:solidFill>
                  <a:latin typeface="Times New Roman"/>
                  <a:ea typeface="Times New Roman"/>
                  <a:cs typeface="Times New Roman"/>
                  <a:sym typeface="Times New Roman"/>
                </a:rPr>
                <a:t>Pittaj – </a:t>
              </a:r>
              <a:r>
                <a:rPr lang="en-IN" sz="1600">
                  <a:solidFill>
                    <a:srgbClr val="BF4F14"/>
                  </a:solidFill>
                  <a:latin typeface="Times New Roman"/>
                  <a:ea typeface="Times New Roman"/>
                  <a:cs typeface="Times New Roman"/>
                  <a:sym typeface="Times New Roman"/>
                </a:rPr>
                <a:t>Miyan ki Todi, Malkauns, Marwa, Durga</a:t>
              </a:r>
              <a:r>
                <a:rPr lang="en-IN" sz="1600" b="0" i="0" u="none" strike="noStrike">
                  <a:solidFill>
                    <a:srgbClr val="BF4F14"/>
                  </a:solidFill>
                  <a:latin typeface="Times New Roman"/>
                  <a:ea typeface="Times New Roman"/>
                  <a:cs typeface="Times New Roman"/>
                  <a:sym typeface="Times New Roman"/>
                </a:rPr>
                <a:t> </a:t>
              </a:r>
              <a:endParaRPr sz="1600">
                <a:solidFill>
                  <a:srgbClr val="BF4F14"/>
                </a:solidFill>
                <a:latin typeface="Times New Roman"/>
                <a:ea typeface="Times New Roman"/>
                <a:cs typeface="Times New Roman"/>
                <a:sym typeface="Times New Roman"/>
              </a:endParaRPr>
            </a:p>
          </p:txBody>
        </p:sp>
      </p:grpSp>
      <p:pic>
        <p:nvPicPr>
          <p:cNvPr id="188" name="Google Shape;188;p6"/>
          <p:cNvPicPr preferRelativeResize="0"/>
          <p:nvPr/>
        </p:nvPicPr>
        <p:blipFill rotWithShape="1">
          <a:blip r:embed="rId4">
            <a:alphaModFix/>
          </a:blip>
          <a:srcRect/>
          <a:stretch/>
        </p:blipFill>
        <p:spPr>
          <a:xfrm>
            <a:off x="4478845" y="3673894"/>
            <a:ext cx="2847333" cy="2847333"/>
          </a:xfrm>
          <a:prstGeom prst="rect">
            <a:avLst/>
          </a:prstGeom>
          <a:noFill/>
          <a:ln>
            <a:noFill/>
          </a:ln>
        </p:spPr>
      </p:pic>
      <p:pic>
        <p:nvPicPr>
          <p:cNvPr id="189" name="Google Shape;189;p6"/>
          <p:cNvPicPr preferRelativeResize="0"/>
          <p:nvPr/>
        </p:nvPicPr>
        <p:blipFill rotWithShape="1">
          <a:blip r:embed="rId5">
            <a:alphaModFix/>
          </a:blip>
          <a:srcRect/>
          <a:stretch/>
        </p:blipFill>
        <p:spPr>
          <a:xfrm>
            <a:off x="7326178" y="5869382"/>
            <a:ext cx="4095481" cy="1036482"/>
          </a:xfrm>
          <a:prstGeom prst="rect">
            <a:avLst/>
          </a:prstGeom>
          <a:noFill/>
          <a:ln>
            <a:noFill/>
          </a:ln>
        </p:spPr>
      </p:pic>
      <p:sp>
        <p:nvSpPr>
          <p:cNvPr id="190" name="Google Shape;190;p6"/>
          <p:cNvSpPr txBox="1">
            <a:spLocks noGrp="1"/>
          </p:cNvSpPr>
          <p:nvPr>
            <p:ph type="sldNum" idx="12"/>
          </p:nvPr>
        </p:nvSpPr>
        <p:spPr>
          <a:xfrm>
            <a:off x="11669127" y="6400800"/>
            <a:ext cx="404190" cy="381000"/>
          </a:xfrm>
          <a:prstGeom prst="rect">
            <a:avLst/>
          </a:prstGeom>
          <a:solidFill>
            <a:srgbClr val="F8A2A6"/>
          </a:solidFill>
          <a:ln w="19050" cap="flat" cmpd="sng">
            <a:solidFill>
              <a:srgbClr val="B7202E"/>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lt1"/>
              </a:buClr>
              <a:buSzPts val="2400"/>
              <a:buFont typeface="Teko"/>
              <a:buNone/>
            </a:pPr>
            <a:r>
              <a:rPr lang="en-IN" sz="2400" b="1">
                <a:solidFill>
                  <a:schemeClr val="lt1"/>
                </a:solidFill>
                <a:latin typeface="Teko"/>
                <a:ea typeface="Teko"/>
                <a:cs typeface="Teko"/>
                <a:sym typeface="Teko"/>
              </a:rPr>
              <a:t>5</a:t>
            </a:r>
            <a:endParaRPr b="1">
              <a:solidFill>
                <a:schemeClr val="lt1"/>
              </a:solidFill>
              <a:latin typeface="Teko"/>
              <a:ea typeface="Teko"/>
              <a:cs typeface="Teko"/>
              <a:sym typeface="Tek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2" name="Rectangle 1">
            <a:extLst>
              <a:ext uri="{FF2B5EF4-FFF2-40B4-BE49-F238E27FC236}">
                <a16:creationId xmlns:a16="http://schemas.microsoft.com/office/drawing/2014/main" id="{B4A1F8E3-4EE4-3B4C-69CE-687FCCB158D5}"/>
              </a:ext>
            </a:extLst>
          </p:cNvPr>
          <p:cNvSpPr/>
          <p:nvPr/>
        </p:nvSpPr>
        <p:spPr>
          <a:xfrm>
            <a:off x="68789" y="2275687"/>
            <a:ext cx="6714030" cy="450611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96" name="Google Shape;196;p7"/>
          <p:cNvPicPr preferRelativeResize="0"/>
          <p:nvPr/>
        </p:nvPicPr>
        <p:blipFill rotWithShape="1">
          <a:blip r:embed="rId3">
            <a:alphaModFix/>
          </a:blip>
          <a:srcRect/>
          <a:stretch/>
        </p:blipFill>
        <p:spPr>
          <a:xfrm>
            <a:off x="6341135" y="4677375"/>
            <a:ext cx="2760707" cy="2180625"/>
          </a:xfrm>
          <a:prstGeom prst="rect">
            <a:avLst/>
          </a:prstGeom>
          <a:noFill/>
          <a:ln>
            <a:noFill/>
          </a:ln>
        </p:spPr>
      </p:pic>
      <p:sp>
        <p:nvSpPr>
          <p:cNvPr id="197" name="Google Shape;197;p7"/>
          <p:cNvSpPr txBox="1"/>
          <p:nvPr/>
        </p:nvSpPr>
        <p:spPr>
          <a:xfrm>
            <a:off x="6098772" y="4361699"/>
            <a:ext cx="6093228" cy="584775"/>
          </a:xfrm>
          <a:prstGeom prst="rect">
            <a:avLst/>
          </a:prstGeom>
          <a:solidFill>
            <a:srgbClr val="D9E5F8"/>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200">
                <a:solidFill>
                  <a:schemeClr val="dk1"/>
                </a:solidFill>
                <a:latin typeface="Times New Roman"/>
                <a:ea typeface="Times New Roman"/>
                <a:cs typeface="Times New Roman"/>
                <a:sym typeface="Times New Roman"/>
              </a:rPr>
              <a:t>Current Status</a:t>
            </a:r>
            <a:endParaRPr/>
          </a:p>
        </p:txBody>
      </p:sp>
      <p:sp>
        <p:nvSpPr>
          <p:cNvPr id="198" name="Google Shape;198;p7"/>
          <p:cNvSpPr txBox="1"/>
          <p:nvPr/>
        </p:nvSpPr>
        <p:spPr>
          <a:xfrm>
            <a:off x="269343" y="3471648"/>
            <a:ext cx="5539298" cy="584775"/>
          </a:xfrm>
          <a:prstGeom prst="rect">
            <a:avLst/>
          </a:prstGeom>
          <a:solidFill>
            <a:srgbClr val="D9E5F8"/>
          </a:solid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0" indent="0" algn="ctr">
              <a:buNone/>
              <a:defRPr sz="3200">
                <a:solidFill>
                  <a:schemeClr val="dk1"/>
                </a:solidFill>
                <a:latin typeface="Times New Roman"/>
                <a:ea typeface="Times New Roman"/>
                <a:cs typeface="Times New Roman"/>
              </a:defRPr>
            </a:lvl1pPr>
          </a:lstStyle>
          <a:p>
            <a:r>
              <a:rPr lang="en-IN" dirty="0">
                <a:sym typeface="Times New Roman"/>
              </a:rPr>
              <a:t>Institutional Support</a:t>
            </a:r>
            <a:endParaRPr dirty="0"/>
          </a:p>
        </p:txBody>
      </p:sp>
      <p:sp>
        <p:nvSpPr>
          <p:cNvPr id="199" name="Google Shape;199;p7"/>
          <p:cNvSpPr txBox="1"/>
          <p:nvPr/>
        </p:nvSpPr>
        <p:spPr>
          <a:xfrm>
            <a:off x="6098771" y="-6668"/>
            <a:ext cx="3311263" cy="584775"/>
          </a:xfrm>
          <a:prstGeom prst="rect">
            <a:avLst/>
          </a:prstGeom>
          <a:solidFill>
            <a:srgbClr val="D9E5F8"/>
          </a:solid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algn="ctr">
              <a:buNone/>
              <a:defRPr sz="3200">
                <a:solidFill>
                  <a:schemeClr val="dk1"/>
                </a:solidFill>
                <a:latin typeface="Times New Roman"/>
                <a:ea typeface="Times New Roman"/>
                <a:cs typeface="Times New Roman"/>
              </a:defRPr>
            </a:lvl1pPr>
          </a:lstStyle>
          <a:p>
            <a:r>
              <a:rPr lang="en-IN" dirty="0">
                <a:sym typeface="Times New Roman"/>
              </a:rPr>
              <a:t>Budget</a:t>
            </a:r>
            <a:endParaRPr dirty="0"/>
          </a:p>
        </p:txBody>
      </p:sp>
      <p:sp>
        <p:nvSpPr>
          <p:cNvPr id="200" name="Google Shape;200;p7"/>
          <p:cNvSpPr txBox="1"/>
          <p:nvPr/>
        </p:nvSpPr>
        <p:spPr>
          <a:xfrm>
            <a:off x="1" y="0"/>
            <a:ext cx="6093228" cy="584775"/>
          </a:xfrm>
          <a:prstGeom prst="rect">
            <a:avLst/>
          </a:prstGeom>
          <a:solidFill>
            <a:srgbClr val="D9E5F8"/>
          </a:solid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algn="ctr">
              <a:buNone/>
              <a:defRPr sz="3200">
                <a:solidFill>
                  <a:schemeClr val="dk1"/>
                </a:solidFill>
                <a:latin typeface="Times New Roman"/>
                <a:ea typeface="Times New Roman"/>
                <a:cs typeface="Times New Roman"/>
              </a:defRPr>
            </a:lvl1pPr>
          </a:lstStyle>
          <a:p>
            <a:r>
              <a:rPr lang="en-IN" dirty="0">
                <a:sym typeface="Times New Roman"/>
              </a:rPr>
              <a:t>Project Timeline</a:t>
            </a:r>
            <a:endParaRPr dirty="0"/>
          </a:p>
        </p:txBody>
      </p:sp>
      <p:cxnSp>
        <p:nvCxnSpPr>
          <p:cNvPr id="201" name="Google Shape;201;p7"/>
          <p:cNvCxnSpPr/>
          <p:nvPr/>
        </p:nvCxnSpPr>
        <p:spPr>
          <a:xfrm>
            <a:off x="6077983" y="0"/>
            <a:ext cx="15246" cy="6858000"/>
          </a:xfrm>
          <a:prstGeom prst="straightConnector1">
            <a:avLst/>
          </a:prstGeom>
          <a:noFill/>
          <a:ln w="38100" cap="flat" cmpd="sng">
            <a:solidFill>
              <a:schemeClr val="dk1"/>
            </a:solidFill>
            <a:prstDash val="solid"/>
            <a:miter lim="800000"/>
            <a:headEnd type="none" w="sm" len="sm"/>
            <a:tailEnd type="none" w="sm" len="sm"/>
          </a:ln>
        </p:spPr>
      </p:cxnSp>
      <p:pic>
        <p:nvPicPr>
          <p:cNvPr id="202" name="Google Shape;202;p7"/>
          <p:cNvPicPr preferRelativeResize="0"/>
          <p:nvPr/>
        </p:nvPicPr>
        <p:blipFill rotWithShape="1">
          <a:blip r:embed="rId4">
            <a:alphaModFix/>
          </a:blip>
          <a:srcRect/>
          <a:stretch/>
        </p:blipFill>
        <p:spPr>
          <a:xfrm>
            <a:off x="68789" y="591443"/>
            <a:ext cx="6003652" cy="2816171"/>
          </a:xfrm>
          <a:prstGeom prst="rect">
            <a:avLst/>
          </a:prstGeom>
          <a:noFill/>
          <a:ln>
            <a:noFill/>
          </a:ln>
        </p:spPr>
      </p:pic>
      <p:pic>
        <p:nvPicPr>
          <p:cNvPr id="203" name="Google Shape;203;p7"/>
          <p:cNvPicPr preferRelativeResize="0"/>
          <p:nvPr/>
        </p:nvPicPr>
        <p:blipFill rotWithShape="1">
          <a:blip r:embed="rId5">
            <a:alphaModFix/>
          </a:blip>
          <a:srcRect/>
          <a:stretch/>
        </p:blipFill>
        <p:spPr>
          <a:xfrm>
            <a:off x="6093228" y="693436"/>
            <a:ext cx="6098771" cy="3661595"/>
          </a:xfrm>
          <a:prstGeom prst="rect">
            <a:avLst/>
          </a:prstGeom>
          <a:noFill/>
          <a:ln>
            <a:noFill/>
          </a:ln>
        </p:spPr>
      </p:pic>
      <p:pic>
        <p:nvPicPr>
          <p:cNvPr id="204" name="Google Shape;204;p7"/>
          <p:cNvPicPr preferRelativeResize="0"/>
          <p:nvPr/>
        </p:nvPicPr>
        <p:blipFill rotWithShape="1">
          <a:blip r:embed="rId6">
            <a:alphaModFix/>
          </a:blip>
          <a:srcRect/>
          <a:stretch/>
        </p:blipFill>
        <p:spPr>
          <a:xfrm>
            <a:off x="68789" y="4120458"/>
            <a:ext cx="3021631" cy="1979689"/>
          </a:xfrm>
          <a:prstGeom prst="rect">
            <a:avLst/>
          </a:prstGeom>
          <a:noFill/>
          <a:ln>
            <a:noFill/>
          </a:ln>
        </p:spPr>
      </p:pic>
      <p:pic>
        <p:nvPicPr>
          <p:cNvPr id="205" name="Google Shape;205;p7"/>
          <p:cNvPicPr preferRelativeResize="0"/>
          <p:nvPr/>
        </p:nvPicPr>
        <p:blipFill rotWithShape="1">
          <a:blip r:embed="rId7">
            <a:alphaModFix/>
          </a:blip>
          <a:srcRect/>
          <a:stretch/>
        </p:blipFill>
        <p:spPr>
          <a:xfrm>
            <a:off x="3141388" y="4718202"/>
            <a:ext cx="2885627" cy="1731376"/>
          </a:xfrm>
          <a:prstGeom prst="rect">
            <a:avLst/>
          </a:prstGeom>
          <a:noFill/>
          <a:ln w="9525" cap="flat" cmpd="sng">
            <a:solidFill>
              <a:schemeClr val="dk1"/>
            </a:solidFill>
            <a:prstDash val="solid"/>
            <a:round/>
            <a:headEnd type="none" w="sm" len="sm"/>
            <a:tailEnd type="none" w="sm" len="sm"/>
          </a:ln>
        </p:spPr>
      </p:pic>
      <p:sp>
        <p:nvSpPr>
          <p:cNvPr id="206" name="Google Shape;206;p7"/>
          <p:cNvSpPr txBox="1"/>
          <p:nvPr/>
        </p:nvSpPr>
        <p:spPr>
          <a:xfrm>
            <a:off x="3617696" y="6449578"/>
            <a:ext cx="193301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400">
                <a:solidFill>
                  <a:srgbClr val="7030A0"/>
                </a:solidFill>
                <a:latin typeface="Teko"/>
                <a:ea typeface="Teko"/>
                <a:cs typeface="Teko"/>
                <a:sym typeface="Teko"/>
              </a:rPr>
              <a:t>KG Mittal Ayurvedic Hospital</a:t>
            </a:r>
            <a:endParaRPr sz="1400">
              <a:solidFill>
                <a:srgbClr val="7030A0"/>
              </a:solidFill>
              <a:latin typeface="Teko"/>
              <a:ea typeface="Teko"/>
              <a:cs typeface="Teko"/>
              <a:sym typeface="Teko"/>
            </a:endParaRPr>
          </a:p>
        </p:txBody>
      </p:sp>
      <p:pic>
        <p:nvPicPr>
          <p:cNvPr id="207" name="Google Shape;207;p7"/>
          <p:cNvPicPr preferRelativeResize="0"/>
          <p:nvPr/>
        </p:nvPicPr>
        <p:blipFill rotWithShape="1">
          <a:blip r:embed="rId8">
            <a:alphaModFix/>
          </a:blip>
          <a:srcRect t="5740" r="2994"/>
          <a:stretch/>
        </p:blipFill>
        <p:spPr>
          <a:xfrm>
            <a:off x="9349748" y="4953143"/>
            <a:ext cx="2617207" cy="1904857"/>
          </a:xfrm>
          <a:prstGeom prst="rect">
            <a:avLst/>
          </a:prstGeom>
          <a:noFill/>
          <a:ln>
            <a:noFill/>
          </a:ln>
        </p:spPr>
      </p:pic>
      <p:sp>
        <p:nvSpPr>
          <p:cNvPr id="208" name="Google Shape;208;p7"/>
          <p:cNvSpPr txBox="1">
            <a:spLocks noGrp="1"/>
          </p:cNvSpPr>
          <p:nvPr>
            <p:ph type="sldNum" idx="12"/>
          </p:nvPr>
        </p:nvSpPr>
        <p:spPr>
          <a:xfrm>
            <a:off x="11669127" y="6400800"/>
            <a:ext cx="404190" cy="381000"/>
          </a:xfrm>
          <a:prstGeom prst="rect">
            <a:avLst/>
          </a:prstGeom>
          <a:solidFill>
            <a:srgbClr val="F8A2A6"/>
          </a:solidFill>
          <a:ln w="19050" cap="flat" cmpd="sng">
            <a:solidFill>
              <a:srgbClr val="B7202E"/>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lt1"/>
              </a:buClr>
              <a:buSzPts val="2400"/>
              <a:buFont typeface="Teko"/>
              <a:buNone/>
            </a:pPr>
            <a:r>
              <a:rPr lang="en-IN" sz="2400" b="1">
                <a:solidFill>
                  <a:schemeClr val="lt1"/>
                </a:solidFill>
                <a:latin typeface="Teko"/>
                <a:ea typeface="Teko"/>
                <a:cs typeface="Teko"/>
                <a:sym typeface="Teko"/>
              </a:rPr>
              <a:t>6</a:t>
            </a:r>
            <a:endParaRPr b="1">
              <a:solidFill>
                <a:schemeClr val="lt1"/>
              </a:solidFill>
              <a:latin typeface="Teko"/>
              <a:ea typeface="Teko"/>
              <a:cs typeface="Teko"/>
              <a:sym typeface="Tek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 name="Rectangle 1">
            <a:extLst>
              <a:ext uri="{FF2B5EF4-FFF2-40B4-BE49-F238E27FC236}">
                <a16:creationId xmlns:a16="http://schemas.microsoft.com/office/drawing/2014/main" id="{2C2CA96B-0CD9-6A80-EFC4-6A9B421E96EA}"/>
              </a:ext>
            </a:extLst>
          </p:cNvPr>
          <p:cNvSpPr/>
          <p:nvPr/>
        </p:nvSpPr>
        <p:spPr>
          <a:xfrm>
            <a:off x="55001" y="2315520"/>
            <a:ext cx="6235796" cy="44771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5" name="Google Shape;215;p8"/>
          <p:cNvSpPr txBox="1"/>
          <p:nvPr/>
        </p:nvSpPr>
        <p:spPr>
          <a:xfrm>
            <a:off x="1162184" y="580830"/>
            <a:ext cx="4708372" cy="2286460"/>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Clr>
                <a:srgbClr val="000000"/>
              </a:buClr>
              <a:buSzPts val="1600"/>
              <a:buFont typeface="Times New Roman"/>
              <a:buNone/>
            </a:pPr>
            <a:r>
              <a:rPr lang="en-IN" sz="1600">
                <a:solidFill>
                  <a:srgbClr val="000000"/>
                </a:solidFill>
                <a:latin typeface="Times New Roman"/>
                <a:ea typeface="Times New Roman"/>
                <a:cs typeface="Times New Roman"/>
                <a:sym typeface="Times New Roman"/>
              </a:rPr>
              <a:t>Role: Overall project preparation, administration and coordination. Ayurveda principles, Oversees timeline management, milestone tracking, and ICSSR compliance.Coordinates between the Somaiya Ayurveda Centre and K. J. Somaiya Hospital for participant recruitment and implementation. </a:t>
            </a:r>
            <a:endParaRPr/>
          </a:p>
          <a:p>
            <a:pPr marL="0" marR="0" lvl="0" indent="0" algn="l" rtl="0">
              <a:lnSpc>
                <a:spcPct val="107000"/>
              </a:lnSpc>
              <a:spcBef>
                <a:spcPts val="800"/>
              </a:spcBef>
              <a:spcAft>
                <a:spcPts val="0"/>
              </a:spcAft>
              <a:buClr>
                <a:schemeClr val="dk1"/>
              </a:buClr>
              <a:buSzPts val="800"/>
              <a:buFont typeface="Arial"/>
              <a:buNone/>
            </a:pPr>
            <a:endParaRPr sz="800" b="1">
              <a:solidFill>
                <a:srgbClr val="000000"/>
              </a:solidFill>
              <a:latin typeface="Times New Roman"/>
              <a:ea typeface="Times New Roman"/>
              <a:cs typeface="Times New Roman"/>
              <a:sym typeface="Times New Roman"/>
            </a:endParaRPr>
          </a:p>
          <a:p>
            <a:pPr marL="0" marR="0" lvl="0" indent="0" algn="l" rtl="0">
              <a:lnSpc>
                <a:spcPct val="107000"/>
              </a:lnSpc>
              <a:spcBef>
                <a:spcPts val="800"/>
              </a:spcBef>
              <a:spcAft>
                <a:spcPts val="0"/>
              </a:spcAft>
              <a:buNone/>
            </a:pPr>
            <a:endParaRPr sz="1800">
              <a:solidFill>
                <a:schemeClr val="dk1"/>
              </a:solidFill>
              <a:latin typeface="Times New Roman"/>
              <a:ea typeface="Times New Roman"/>
              <a:cs typeface="Times New Roman"/>
              <a:sym typeface="Times New Roman"/>
            </a:endParaRPr>
          </a:p>
        </p:txBody>
      </p:sp>
      <p:pic>
        <p:nvPicPr>
          <p:cNvPr id="216" name="Google Shape;216;p8"/>
          <p:cNvPicPr preferRelativeResize="0"/>
          <p:nvPr/>
        </p:nvPicPr>
        <p:blipFill rotWithShape="1">
          <a:blip r:embed="rId3">
            <a:alphaModFix/>
          </a:blip>
          <a:srcRect/>
          <a:stretch/>
        </p:blipFill>
        <p:spPr>
          <a:xfrm>
            <a:off x="246234" y="753696"/>
            <a:ext cx="729920" cy="1139486"/>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2745"/>
              </a:srgbClr>
            </a:outerShdw>
          </a:effectLst>
        </p:spPr>
      </p:pic>
      <p:pic>
        <p:nvPicPr>
          <p:cNvPr id="217" name="Google Shape;217;p8"/>
          <p:cNvPicPr preferRelativeResize="0"/>
          <p:nvPr/>
        </p:nvPicPr>
        <p:blipFill rotWithShape="1">
          <a:blip r:embed="rId4">
            <a:alphaModFix/>
          </a:blip>
          <a:srcRect/>
          <a:stretch/>
        </p:blipFill>
        <p:spPr>
          <a:xfrm>
            <a:off x="143411" y="2587740"/>
            <a:ext cx="1018772" cy="1235531"/>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2745"/>
              </a:srgbClr>
            </a:outerShdw>
          </a:effectLst>
        </p:spPr>
      </p:pic>
      <p:pic>
        <p:nvPicPr>
          <p:cNvPr id="218" name="Google Shape;218;p8"/>
          <p:cNvPicPr preferRelativeResize="0"/>
          <p:nvPr/>
        </p:nvPicPr>
        <p:blipFill rotWithShape="1">
          <a:blip r:embed="rId5">
            <a:alphaModFix/>
          </a:blip>
          <a:srcRect/>
          <a:stretch/>
        </p:blipFill>
        <p:spPr>
          <a:xfrm>
            <a:off x="6061702" y="707635"/>
            <a:ext cx="1008538" cy="1185547"/>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2745"/>
              </a:srgbClr>
            </a:outerShdw>
          </a:effectLst>
        </p:spPr>
      </p:pic>
      <p:pic>
        <p:nvPicPr>
          <p:cNvPr id="219" name="Google Shape;219;p8"/>
          <p:cNvPicPr preferRelativeResize="0"/>
          <p:nvPr/>
        </p:nvPicPr>
        <p:blipFill rotWithShape="1">
          <a:blip r:embed="rId6">
            <a:alphaModFix/>
          </a:blip>
          <a:srcRect/>
          <a:stretch/>
        </p:blipFill>
        <p:spPr>
          <a:xfrm>
            <a:off x="6056585" y="2576058"/>
            <a:ext cx="1018772" cy="1185547"/>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2745"/>
              </a:srgbClr>
            </a:outerShdw>
          </a:effectLst>
        </p:spPr>
      </p:pic>
      <p:pic>
        <p:nvPicPr>
          <p:cNvPr id="220" name="Google Shape;220;p8" descr="Dr. Vinayak Vitthal Tayade "/>
          <p:cNvPicPr preferRelativeResize="0"/>
          <p:nvPr/>
        </p:nvPicPr>
        <p:blipFill rotWithShape="1">
          <a:blip r:embed="rId7">
            <a:alphaModFix/>
          </a:blip>
          <a:srcRect/>
          <a:stretch/>
        </p:blipFill>
        <p:spPr>
          <a:xfrm>
            <a:off x="6064846" y="4415277"/>
            <a:ext cx="988918" cy="1112533"/>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2745"/>
              </a:srgbClr>
            </a:outerShdw>
          </a:effectLst>
        </p:spPr>
      </p:pic>
      <p:pic>
        <p:nvPicPr>
          <p:cNvPr id="221" name="Google Shape;221;p8"/>
          <p:cNvPicPr preferRelativeResize="0"/>
          <p:nvPr/>
        </p:nvPicPr>
        <p:blipFill rotWithShape="1">
          <a:blip r:embed="rId8">
            <a:alphaModFix/>
          </a:blip>
          <a:srcRect/>
          <a:stretch/>
        </p:blipFill>
        <p:spPr>
          <a:xfrm>
            <a:off x="172300" y="4481673"/>
            <a:ext cx="1018771" cy="1018771"/>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2745"/>
              </a:srgbClr>
            </a:outerShdw>
          </a:effectLst>
        </p:spPr>
      </p:pic>
      <p:sp>
        <p:nvSpPr>
          <p:cNvPr id="222" name="Google Shape;222;p8"/>
          <p:cNvSpPr txBox="1"/>
          <p:nvPr/>
        </p:nvSpPr>
        <p:spPr>
          <a:xfrm>
            <a:off x="0" y="0"/>
            <a:ext cx="9556511" cy="584775"/>
          </a:xfrm>
          <a:prstGeom prst="rect">
            <a:avLst/>
          </a:prstGeom>
          <a:solidFill>
            <a:srgbClr val="D9E5F8"/>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200">
                <a:solidFill>
                  <a:schemeClr val="dk1"/>
                </a:solidFill>
                <a:latin typeface="Times New Roman"/>
                <a:ea typeface="Times New Roman"/>
                <a:cs typeface="Times New Roman"/>
                <a:sym typeface="Times New Roman"/>
              </a:rPr>
              <a:t>Our Team</a:t>
            </a:r>
            <a:endParaRPr sz="3200">
              <a:solidFill>
                <a:schemeClr val="dk1"/>
              </a:solidFill>
              <a:latin typeface="Times New Roman"/>
              <a:ea typeface="Times New Roman"/>
              <a:cs typeface="Times New Roman"/>
              <a:sym typeface="Times New Roman"/>
            </a:endParaRPr>
          </a:p>
        </p:txBody>
      </p:sp>
      <p:sp>
        <p:nvSpPr>
          <p:cNvPr id="223" name="Google Shape;223;p8"/>
          <p:cNvSpPr txBox="1"/>
          <p:nvPr/>
        </p:nvSpPr>
        <p:spPr>
          <a:xfrm>
            <a:off x="143411" y="1924037"/>
            <a:ext cx="95841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a:solidFill>
                  <a:schemeClr val="dk1"/>
                </a:solidFill>
                <a:latin typeface="Times New Roman"/>
                <a:ea typeface="Times New Roman"/>
                <a:cs typeface="Times New Roman"/>
                <a:sym typeface="Times New Roman"/>
              </a:rPr>
              <a:t>Krantee </a:t>
            </a:r>
            <a:endParaRPr/>
          </a:p>
        </p:txBody>
      </p:sp>
      <p:sp>
        <p:nvSpPr>
          <p:cNvPr id="224" name="Google Shape;224;p8"/>
          <p:cNvSpPr txBox="1"/>
          <p:nvPr/>
        </p:nvSpPr>
        <p:spPr>
          <a:xfrm>
            <a:off x="6058899" y="1939313"/>
            <a:ext cx="1016458"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800">
                <a:solidFill>
                  <a:schemeClr val="dk1"/>
                </a:solidFill>
                <a:latin typeface="Times New Roman"/>
                <a:ea typeface="Times New Roman"/>
                <a:cs typeface="Times New Roman"/>
                <a:sym typeface="Times New Roman"/>
              </a:rPr>
              <a:t>Ninad</a:t>
            </a:r>
            <a:endParaRPr/>
          </a:p>
        </p:txBody>
      </p:sp>
      <p:sp>
        <p:nvSpPr>
          <p:cNvPr id="225" name="Google Shape;225;p8"/>
          <p:cNvSpPr txBox="1"/>
          <p:nvPr/>
        </p:nvSpPr>
        <p:spPr>
          <a:xfrm>
            <a:off x="144568" y="3860301"/>
            <a:ext cx="1016458"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800">
                <a:solidFill>
                  <a:schemeClr val="dk1"/>
                </a:solidFill>
                <a:latin typeface="Times New Roman"/>
                <a:ea typeface="Times New Roman"/>
                <a:cs typeface="Times New Roman"/>
                <a:sym typeface="Times New Roman"/>
              </a:rPr>
              <a:t>Harshali</a:t>
            </a:r>
            <a:endParaRPr/>
          </a:p>
        </p:txBody>
      </p:sp>
      <p:sp>
        <p:nvSpPr>
          <p:cNvPr id="226" name="Google Shape;226;p8"/>
          <p:cNvSpPr txBox="1"/>
          <p:nvPr/>
        </p:nvSpPr>
        <p:spPr>
          <a:xfrm>
            <a:off x="6034070" y="3846793"/>
            <a:ext cx="1016458"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800">
                <a:solidFill>
                  <a:schemeClr val="dk1"/>
                </a:solidFill>
                <a:latin typeface="Times New Roman"/>
                <a:ea typeface="Times New Roman"/>
                <a:cs typeface="Times New Roman"/>
                <a:sym typeface="Times New Roman"/>
              </a:rPr>
              <a:t>Seema</a:t>
            </a:r>
            <a:endParaRPr/>
          </a:p>
        </p:txBody>
      </p:sp>
      <p:sp>
        <p:nvSpPr>
          <p:cNvPr id="227" name="Google Shape;227;p8"/>
          <p:cNvSpPr txBox="1"/>
          <p:nvPr/>
        </p:nvSpPr>
        <p:spPr>
          <a:xfrm>
            <a:off x="152075" y="5540595"/>
            <a:ext cx="1016458"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800">
                <a:solidFill>
                  <a:schemeClr val="dk1"/>
                </a:solidFill>
                <a:latin typeface="Times New Roman"/>
                <a:ea typeface="Times New Roman"/>
                <a:cs typeface="Times New Roman"/>
                <a:sym typeface="Times New Roman"/>
              </a:rPr>
              <a:t>Om</a:t>
            </a:r>
            <a:endParaRPr/>
          </a:p>
        </p:txBody>
      </p:sp>
      <p:sp>
        <p:nvSpPr>
          <p:cNvPr id="228" name="Google Shape;228;p8"/>
          <p:cNvSpPr txBox="1"/>
          <p:nvPr/>
        </p:nvSpPr>
        <p:spPr>
          <a:xfrm>
            <a:off x="6034070" y="5568986"/>
            <a:ext cx="1016458"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800">
                <a:solidFill>
                  <a:schemeClr val="dk1"/>
                </a:solidFill>
                <a:latin typeface="Times New Roman"/>
                <a:ea typeface="Times New Roman"/>
                <a:cs typeface="Times New Roman"/>
                <a:sym typeface="Times New Roman"/>
              </a:rPr>
              <a:t>Vinayak</a:t>
            </a:r>
            <a:endParaRPr/>
          </a:p>
        </p:txBody>
      </p:sp>
      <p:sp>
        <p:nvSpPr>
          <p:cNvPr id="229" name="Google Shape;229;p8"/>
          <p:cNvSpPr txBox="1"/>
          <p:nvPr/>
        </p:nvSpPr>
        <p:spPr>
          <a:xfrm>
            <a:off x="7217895" y="600235"/>
            <a:ext cx="4959427" cy="2286460"/>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Clr>
                <a:srgbClr val="000000"/>
              </a:buClr>
              <a:buSzPts val="1600"/>
              <a:buFont typeface="Times New Roman"/>
              <a:buNone/>
            </a:pPr>
            <a:r>
              <a:rPr lang="en-IN" sz="1600">
                <a:solidFill>
                  <a:srgbClr val="000000"/>
                </a:solidFill>
                <a:latin typeface="Times New Roman"/>
                <a:ea typeface="Times New Roman"/>
                <a:cs typeface="Times New Roman"/>
                <a:sym typeface="Times New Roman"/>
              </a:rPr>
              <a:t>Role: Technical &amp; AI System Lead responsible for the design and implementation of AI-based Prakriti assessment engine. Sensor integration and real-time feedback system. Supervises the development of the hardware prototype, control algorithms, and adaptive system logic.</a:t>
            </a:r>
            <a:endParaRPr/>
          </a:p>
          <a:p>
            <a:pPr marL="0" marR="0" lvl="0" indent="0" algn="l" rtl="0">
              <a:lnSpc>
                <a:spcPct val="107000"/>
              </a:lnSpc>
              <a:spcBef>
                <a:spcPts val="800"/>
              </a:spcBef>
              <a:spcAft>
                <a:spcPts val="0"/>
              </a:spcAft>
              <a:buClr>
                <a:schemeClr val="dk1"/>
              </a:buClr>
              <a:buSzPts val="800"/>
              <a:buFont typeface="Arial"/>
              <a:buNone/>
            </a:pPr>
            <a:endParaRPr sz="800" b="1">
              <a:solidFill>
                <a:srgbClr val="000000"/>
              </a:solidFill>
              <a:latin typeface="Times New Roman"/>
              <a:ea typeface="Times New Roman"/>
              <a:cs typeface="Times New Roman"/>
              <a:sym typeface="Times New Roman"/>
            </a:endParaRPr>
          </a:p>
          <a:p>
            <a:pPr marL="0" marR="0" lvl="0" indent="0" algn="l" rtl="0">
              <a:lnSpc>
                <a:spcPct val="107000"/>
              </a:lnSpc>
              <a:spcBef>
                <a:spcPts val="800"/>
              </a:spcBef>
              <a:spcAft>
                <a:spcPts val="0"/>
              </a:spcAft>
              <a:buNone/>
            </a:pPr>
            <a:endParaRPr sz="1800">
              <a:solidFill>
                <a:schemeClr val="dk1"/>
              </a:solidFill>
              <a:latin typeface="Times New Roman"/>
              <a:ea typeface="Times New Roman"/>
              <a:cs typeface="Times New Roman"/>
              <a:sym typeface="Times New Roman"/>
            </a:endParaRPr>
          </a:p>
        </p:txBody>
      </p:sp>
      <p:sp>
        <p:nvSpPr>
          <p:cNvPr id="230" name="Google Shape;230;p8"/>
          <p:cNvSpPr txBox="1"/>
          <p:nvPr/>
        </p:nvSpPr>
        <p:spPr>
          <a:xfrm>
            <a:off x="1207547" y="2505674"/>
            <a:ext cx="4708372" cy="2022990"/>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Clr>
                <a:srgbClr val="000000"/>
              </a:buClr>
              <a:buSzPts val="1600"/>
              <a:buFont typeface="Times New Roman"/>
              <a:buNone/>
            </a:pPr>
            <a:r>
              <a:rPr lang="en-IN" sz="1600">
                <a:solidFill>
                  <a:srgbClr val="000000"/>
                </a:solidFill>
                <a:latin typeface="Times New Roman"/>
                <a:ea typeface="Times New Roman"/>
                <a:cs typeface="Times New Roman"/>
                <a:sym typeface="Times New Roman"/>
              </a:rPr>
              <a:t>Role: Technical Development &amp; Integration System Lead Responsible for interdisciplinary integration across Ayurveda, AI, psychology, and clinical operations. Oversees Machine Learning, Data Analysis &amp; Dashboard Design</a:t>
            </a:r>
            <a:endParaRPr/>
          </a:p>
          <a:p>
            <a:pPr marL="0" marR="0" lvl="0" indent="0" algn="l" rtl="0">
              <a:lnSpc>
                <a:spcPct val="107000"/>
              </a:lnSpc>
              <a:spcBef>
                <a:spcPts val="800"/>
              </a:spcBef>
              <a:spcAft>
                <a:spcPts val="0"/>
              </a:spcAft>
              <a:buClr>
                <a:schemeClr val="dk1"/>
              </a:buClr>
              <a:buSzPts val="800"/>
              <a:buFont typeface="Arial"/>
              <a:buNone/>
            </a:pPr>
            <a:endParaRPr sz="800" b="1">
              <a:solidFill>
                <a:srgbClr val="000000"/>
              </a:solidFill>
              <a:latin typeface="Times New Roman"/>
              <a:ea typeface="Times New Roman"/>
              <a:cs typeface="Times New Roman"/>
              <a:sym typeface="Times New Roman"/>
            </a:endParaRPr>
          </a:p>
          <a:p>
            <a:pPr marL="0" marR="0" lvl="0" indent="0" algn="l" rtl="0">
              <a:lnSpc>
                <a:spcPct val="107000"/>
              </a:lnSpc>
              <a:spcBef>
                <a:spcPts val="800"/>
              </a:spcBef>
              <a:spcAft>
                <a:spcPts val="0"/>
              </a:spcAft>
              <a:buNone/>
            </a:pPr>
            <a:endParaRPr sz="1800">
              <a:solidFill>
                <a:schemeClr val="dk1"/>
              </a:solidFill>
              <a:latin typeface="Times New Roman"/>
              <a:ea typeface="Times New Roman"/>
              <a:cs typeface="Times New Roman"/>
              <a:sym typeface="Times New Roman"/>
            </a:endParaRPr>
          </a:p>
        </p:txBody>
      </p:sp>
      <p:sp>
        <p:nvSpPr>
          <p:cNvPr id="231" name="Google Shape;231;p8"/>
          <p:cNvSpPr txBox="1"/>
          <p:nvPr/>
        </p:nvSpPr>
        <p:spPr>
          <a:xfrm>
            <a:off x="7223012" y="2576058"/>
            <a:ext cx="4954310" cy="1788695"/>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Clr>
                <a:srgbClr val="000000"/>
              </a:buClr>
              <a:buSzPts val="1600"/>
              <a:buFont typeface="Times New Roman"/>
              <a:buNone/>
            </a:pPr>
            <a:r>
              <a:rPr lang="en-IN" sz="1600" dirty="0">
                <a:solidFill>
                  <a:srgbClr val="000000"/>
                </a:solidFill>
                <a:latin typeface="Times New Roman"/>
                <a:ea typeface="Times New Roman"/>
                <a:cs typeface="Times New Roman"/>
                <a:sym typeface="Times New Roman"/>
              </a:rPr>
              <a:t>Role: Clinical Trials &amp; Psychological Assessment Lead who Designs the clinical trial protocols, including: Participant inclusion/exclusion criteria. Ethical approvals and patient consent workflows. Oversees psychological data collection (PSS, HADS, PSQI).</a:t>
            </a:r>
            <a:endParaRPr dirty="0"/>
          </a:p>
          <a:p>
            <a:pPr marL="0" marR="0" lvl="0" indent="0" algn="l" rtl="0">
              <a:lnSpc>
                <a:spcPct val="107000"/>
              </a:lnSpc>
              <a:spcBef>
                <a:spcPts val="800"/>
              </a:spcBef>
              <a:spcAft>
                <a:spcPts val="0"/>
              </a:spcAft>
              <a:buNone/>
            </a:pPr>
            <a:endParaRPr sz="1800" dirty="0">
              <a:solidFill>
                <a:schemeClr val="dk1"/>
              </a:solidFill>
              <a:latin typeface="Times New Roman"/>
              <a:ea typeface="Times New Roman"/>
              <a:cs typeface="Times New Roman"/>
              <a:sym typeface="Times New Roman"/>
            </a:endParaRPr>
          </a:p>
        </p:txBody>
      </p:sp>
      <p:sp>
        <p:nvSpPr>
          <p:cNvPr id="232" name="Google Shape;232;p8"/>
          <p:cNvSpPr txBox="1"/>
          <p:nvPr/>
        </p:nvSpPr>
        <p:spPr>
          <a:xfrm>
            <a:off x="1273772" y="4418565"/>
            <a:ext cx="4708372" cy="1918859"/>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Clr>
                <a:srgbClr val="000000"/>
              </a:buClr>
              <a:buSzPts val="1600"/>
              <a:buFont typeface="Times New Roman"/>
              <a:buNone/>
            </a:pPr>
            <a:r>
              <a:rPr lang="en-IN" sz="1600">
                <a:solidFill>
                  <a:srgbClr val="000000"/>
                </a:solidFill>
                <a:latin typeface="Times New Roman"/>
                <a:ea typeface="Times New Roman"/>
                <a:cs typeface="Times New Roman"/>
                <a:sym typeface="Times New Roman"/>
              </a:rPr>
              <a:t>Role: International Public Health and Evaluation Expert who will lead on:Outcome measurement protocols and evidence validation. Ensuring international standards for clinical trials and publication ethics.Brings expertise in global healthcare systems, helping align project outcomes for future WHO or NHS integration.</a:t>
            </a:r>
            <a:endParaRPr/>
          </a:p>
        </p:txBody>
      </p:sp>
      <p:sp>
        <p:nvSpPr>
          <p:cNvPr id="233" name="Google Shape;233;p8"/>
          <p:cNvSpPr txBox="1"/>
          <p:nvPr/>
        </p:nvSpPr>
        <p:spPr>
          <a:xfrm>
            <a:off x="7181706" y="4306238"/>
            <a:ext cx="4979139" cy="2286460"/>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Clr>
                <a:srgbClr val="000000"/>
              </a:buClr>
              <a:buSzPts val="1600"/>
              <a:buFont typeface="Times New Roman"/>
              <a:buNone/>
            </a:pPr>
            <a:r>
              <a:rPr lang="en-IN" sz="1600" dirty="0">
                <a:solidFill>
                  <a:srgbClr val="000000"/>
                </a:solidFill>
                <a:latin typeface="Times New Roman"/>
                <a:ea typeface="Times New Roman"/>
                <a:cs typeface="Times New Roman"/>
                <a:sym typeface="Times New Roman"/>
              </a:rPr>
              <a:t>Role: Ayurveda and Prakriti Expert who Provides Ayurvedic expertise in: Validating Prakriti models. Mapping essential oils, ragas, and visual elements to dosha types (Vata, Pitta, Kapha). Assists in developing standardized Prakriti questionnaires and Ayurvedic training for other team members.</a:t>
            </a:r>
            <a:endParaRPr dirty="0"/>
          </a:p>
          <a:p>
            <a:pPr marL="0" marR="0" lvl="0" indent="0" algn="l" rtl="0">
              <a:lnSpc>
                <a:spcPct val="107000"/>
              </a:lnSpc>
              <a:spcBef>
                <a:spcPts val="800"/>
              </a:spcBef>
              <a:spcAft>
                <a:spcPts val="0"/>
              </a:spcAft>
              <a:buClr>
                <a:schemeClr val="dk1"/>
              </a:buClr>
              <a:buSzPts val="800"/>
              <a:buFont typeface="Arial"/>
              <a:buNone/>
            </a:pPr>
            <a:endParaRPr sz="800" b="1" dirty="0">
              <a:solidFill>
                <a:srgbClr val="000000"/>
              </a:solidFill>
              <a:latin typeface="Times New Roman"/>
              <a:ea typeface="Times New Roman"/>
              <a:cs typeface="Times New Roman"/>
              <a:sym typeface="Times New Roman"/>
            </a:endParaRPr>
          </a:p>
          <a:p>
            <a:pPr marL="0" marR="0" lvl="0" indent="0" algn="l" rtl="0">
              <a:lnSpc>
                <a:spcPct val="107000"/>
              </a:lnSpc>
              <a:spcBef>
                <a:spcPts val="800"/>
              </a:spcBef>
              <a:spcAft>
                <a:spcPts val="0"/>
              </a:spcAft>
              <a:buNone/>
            </a:pPr>
            <a:endParaRPr sz="18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32"/>
          <p:cNvSpPr txBox="1"/>
          <p:nvPr/>
        </p:nvSpPr>
        <p:spPr>
          <a:xfrm>
            <a:off x="3330150" y="1982450"/>
            <a:ext cx="5634876" cy="144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800"/>
              <a:buFont typeface="Arial"/>
              <a:buNone/>
            </a:pPr>
            <a:r>
              <a:rPr lang="en-IN" sz="8800" b="1" i="0" u="none" strike="noStrike" cap="none" dirty="0">
                <a:solidFill>
                  <a:srgbClr val="C00000"/>
                </a:solidFill>
                <a:latin typeface="Marcellus"/>
                <a:ea typeface="Marcellus"/>
                <a:cs typeface="Marcellus"/>
                <a:sym typeface="Marcellus"/>
              </a:rPr>
              <a:t>Thank You</a:t>
            </a:r>
            <a:endParaRPr sz="1400" b="0" i="0" u="none" strike="noStrike" cap="none" dirty="0">
              <a:solidFill>
                <a:srgbClr val="000000"/>
              </a:solidFill>
              <a:latin typeface="Arial"/>
              <a:ea typeface="Arial"/>
              <a:cs typeface="Arial"/>
              <a:sym typeface="Arial"/>
            </a:endParaRPr>
          </a:p>
        </p:txBody>
      </p:sp>
      <p:pic>
        <p:nvPicPr>
          <p:cNvPr id="129" name="Google Shape;129;p32"/>
          <p:cNvPicPr preferRelativeResize="0"/>
          <p:nvPr/>
        </p:nvPicPr>
        <p:blipFill rotWithShape="1">
          <a:blip r:embed="rId3">
            <a:alphaModFix/>
          </a:blip>
          <a:srcRect/>
          <a:stretch/>
        </p:blipFill>
        <p:spPr>
          <a:xfrm>
            <a:off x="6519601" y="5515464"/>
            <a:ext cx="390373" cy="390373"/>
          </a:xfrm>
          <a:prstGeom prst="rect">
            <a:avLst/>
          </a:prstGeom>
          <a:noFill/>
          <a:ln>
            <a:noFill/>
          </a:ln>
        </p:spPr>
      </p:pic>
      <p:pic>
        <p:nvPicPr>
          <p:cNvPr id="130" name="Google Shape;130;p32"/>
          <p:cNvPicPr preferRelativeResize="0"/>
          <p:nvPr/>
        </p:nvPicPr>
        <p:blipFill rotWithShape="1">
          <a:blip r:embed="rId4">
            <a:alphaModFix/>
          </a:blip>
          <a:srcRect/>
          <a:stretch/>
        </p:blipFill>
        <p:spPr>
          <a:xfrm>
            <a:off x="7147691" y="5490587"/>
            <a:ext cx="440126" cy="440126"/>
          </a:xfrm>
          <a:prstGeom prst="rect">
            <a:avLst/>
          </a:prstGeom>
          <a:noFill/>
          <a:ln>
            <a:noFill/>
          </a:ln>
        </p:spPr>
      </p:pic>
      <p:pic>
        <p:nvPicPr>
          <p:cNvPr id="131" name="Google Shape;131;p32"/>
          <p:cNvPicPr preferRelativeResize="0"/>
          <p:nvPr/>
        </p:nvPicPr>
        <p:blipFill rotWithShape="1">
          <a:blip r:embed="rId5">
            <a:alphaModFix/>
          </a:blip>
          <a:srcRect/>
          <a:stretch/>
        </p:blipFill>
        <p:spPr>
          <a:xfrm>
            <a:off x="5258909" y="5508388"/>
            <a:ext cx="404525" cy="404525"/>
          </a:xfrm>
          <a:prstGeom prst="rect">
            <a:avLst/>
          </a:prstGeom>
          <a:solidFill>
            <a:srgbClr val="B6202E">
              <a:alpha val="0"/>
            </a:srgbClr>
          </a:solidFill>
          <a:ln>
            <a:noFill/>
          </a:ln>
        </p:spPr>
      </p:pic>
      <p:pic>
        <p:nvPicPr>
          <p:cNvPr id="132" name="Google Shape;132;p32"/>
          <p:cNvPicPr preferRelativeResize="0"/>
          <p:nvPr/>
        </p:nvPicPr>
        <p:blipFill rotWithShape="1">
          <a:blip r:embed="rId6">
            <a:alphaModFix/>
          </a:blip>
          <a:srcRect/>
          <a:stretch/>
        </p:blipFill>
        <p:spPr>
          <a:xfrm>
            <a:off x="5899917" y="5516680"/>
            <a:ext cx="387941" cy="387941"/>
          </a:xfrm>
          <a:prstGeom prst="rect">
            <a:avLst/>
          </a:prstGeom>
          <a:noFill/>
          <a:ln>
            <a:noFill/>
          </a:ln>
        </p:spPr>
      </p:pic>
      <p:pic>
        <p:nvPicPr>
          <p:cNvPr id="133" name="Google Shape;133;p32"/>
          <p:cNvPicPr preferRelativeResize="0"/>
          <p:nvPr/>
        </p:nvPicPr>
        <p:blipFill rotWithShape="1">
          <a:blip r:embed="rId7">
            <a:alphaModFix/>
          </a:blip>
          <a:srcRect/>
          <a:stretch/>
        </p:blipFill>
        <p:spPr>
          <a:xfrm>
            <a:off x="4599833" y="5486400"/>
            <a:ext cx="448502" cy="448502"/>
          </a:xfrm>
          <a:prstGeom prst="rect">
            <a:avLst/>
          </a:prstGeom>
          <a:solidFill>
            <a:srgbClr val="B6202E">
              <a:alpha val="0"/>
            </a:srgbClr>
          </a:solidFill>
          <a:ln>
            <a:noFill/>
          </a:ln>
        </p:spPr>
      </p:pic>
      <p:sp>
        <p:nvSpPr>
          <p:cNvPr id="134" name="Google Shape;134;p32"/>
          <p:cNvSpPr/>
          <p:nvPr/>
        </p:nvSpPr>
        <p:spPr>
          <a:xfrm>
            <a:off x="5026127" y="5029200"/>
            <a:ext cx="213552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rgbClr val="000000"/>
                </a:solidFill>
                <a:latin typeface="Fira Sans"/>
                <a:ea typeface="Fira Sans"/>
                <a:cs typeface="Fira Sans"/>
                <a:sym typeface="Fira Sans"/>
              </a:rPr>
              <a:t>simsr.somaiya.edu</a:t>
            </a:r>
            <a:endParaRPr sz="1400" b="0" i="0" u="none" strike="noStrike" cap="none">
              <a:solidFill>
                <a:srgbClr val="000000"/>
              </a:solidFill>
              <a:latin typeface="Arial"/>
              <a:ea typeface="Arial"/>
              <a:cs typeface="Arial"/>
              <a:sym typeface="Arial"/>
            </a:endParaRPr>
          </a:p>
        </p:txBody>
      </p:sp>
      <p:pic>
        <p:nvPicPr>
          <p:cNvPr id="135" name="Google Shape;135;p32"/>
          <p:cNvPicPr preferRelativeResize="0"/>
          <p:nvPr/>
        </p:nvPicPr>
        <p:blipFill rotWithShape="1">
          <a:blip r:embed="rId8">
            <a:alphaModFix/>
          </a:blip>
          <a:srcRect/>
          <a:stretch/>
        </p:blipFill>
        <p:spPr>
          <a:xfrm>
            <a:off x="152400" y="209550"/>
            <a:ext cx="1636889" cy="5524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9717923-4232-46A0-A34C-4F05BE3EB4A4}"/>
              </a:ext>
            </a:extLst>
          </p:cNvPr>
          <p:cNvSpPr>
            <a:spLocks noGrp="1"/>
          </p:cNvSpPr>
          <p:nvPr>
            <p:ph type="sldNum" sz="quarter" idx="12"/>
          </p:nvPr>
        </p:nvSpPr>
        <p:spPr/>
        <p:txBody>
          <a:bodyPr/>
          <a:lstStyle/>
          <a:p>
            <a:fld id="{E1CE112F-E153-433A-877E-5C03ACDFD6D1}" type="slidenum">
              <a:rPr lang="en-IN" smtClean="0"/>
              <a:t>16</a:t>
            </a:fld>
            <a:endParaRPr lang="en-IN"/>
          </a:p>
        </p:txBody>
      </p:sp>
      <p:pic>
        <p:nvPicPr>
          <p:cNvPr id="6" name="Picture 5">
            <a:extLst>
              <a:ext uri="{FF2B5EF4-FFF2-40B4-BE49-F238E27FC236}">
                <a16:creationId xmlns:a16="http://schemas.microsoft.com/office/drawing/2014/main" id="{C5EC9509-DDEC-225F-881D-E89B6608750B}"/>
              </a:ext>
            </a:extLst>
          </p:cNvPr>
          <p:cNvPicPr>
            <a:picLocks noChangeAspect="1"/>
          </p:cNvPicPr>
          <p:nvPr/>
        </p:nvPicPr>
        <p:blipFill>
          <a:blip r:embed="rId2"/>
          <a:stretch>
            <a:fillRect/>
          </a:stretch>
        </p:blipFill>
        <p:spPr>
          <a:xfrm>
            <a:off x="3468384" y="0"/>
            <a:ext cx="5255232" cy="6858000"/>
          </a:xfrm>
          <a:prstGeom prst="rect">
            <a:avLst/>
          </a:prstGeom>
        </p:spPr>
      </p:pic>
    </p:spTree>
    <p:extLst>
      <p:ext uri="{BB962C8B-B14F-4D97-AF65-F5344CB8AC3E}">
        <p14:creationId xmlns:p14="http://schemas.microsoft.com/office/powerpoint/2010/main" val="2139178176"/>
      </p:ext>
    </p:extLst>
  </p:cSld>
  <p:clrMapOvr>
    <a:masterClrMapping/>
  </p:clrMapOvr>
</p:sld>
</file>

<file path=ppt/theme/theme1.xml><?xml version="1.0" encoding="utf-8"?>
<a:theme xmlns:a="http://schemas.openxmlformats.org/drawingml/2006/main" name="K J Somaiya Institute of Management PPT">
  <a:themeElements>
    <a:clrScheme name="Somaiya Brand Gudielines Colours">
      <a:dk1>
        <a:srgbClr val="231F20"/>
      </a:dk1>
      <a:lt1>
        <a:srgbClr val="FFFFFF"/>
      </a:lt1>
      <a:dk2>
        <a:srgbClr val="231F20"/>
      </a:dk2>
      <a:lt2>
        <a:srgbClr val="FFFFFF"/>
      </a:lt2>
      <a:accent1>
        <a:srgbClr val="B7202E"/>
      </a:accent1>
      <a:accent2>
        <a:srgbClr val="58595B"/>
      </a:accent2>
      <a:accent3>
        <a:srgbClr val="ED1C24"/>
      </a:accent3>
      <a:accent4>
        <a:srgbClr val="231F20"/>
      </a:accent4>
      <a:accent5>
        <a:srgbClr val="FDCB05"/>
      </a:accent5>
      <a:accent6>
        <a:srgbClr val="F58220"/>
      </a:accent6>
      <a:hlink>
        <a:srgbClr val="B7202E"/>
      </a:hlink>
      <a:folHlink>
        <a:srgbClr val="5859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11925</TotalTime>
  <Words>1130</Words>
  <Application>Microsoft Office PowerPoint</Application>
  <PresentationFormat>Widescreen</PresentationFormat>
  <Paragraphs>180</Paragraphs>
  <Slides>16</Slides>
  <Notes>15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16</vt:i4>
      </vt:variant>
    </vt:vector>
  </HeadingPairs>
  <TitlesOfParts>
    <vt:vector size="27" baseType="lpstr">
      <vt:lpstr>Roboto</vt:lpstr>
      <vt:lpstr>Times New Roman</vt:lpstr>
      <vt:lpstr>Calibri</vt:lpstr>
      <vt:lpstr>Arial</vt:lpstr>
      <vt:lpstr>Fira Sans</vt:lpstr>
      <vt:lpstr>Play</vt:lpstr>
      <vt:lpstr>Agency FB</vt:lpstr>
      <vt:lpstr>Noto Sans Symbols</vt:lpstr>
      <vt:lpstr>Marcellus</vt:lpstr>
      <vt:lpstr>Teko</vt:lpstr>
      <vt:lpstr>K J Somaiya Institute of Management PPT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APD</dc:creator>
  <cp:lastModifiedBy>Krantee Jamdaade</cp:lastModifiedBy>
  <cp:revision>27</cp:revision>
  <dcterms:created xsi:type="dcterms:W3CDTF">2020-05-25T10:48:33Z</dcterms:created>
  <dcterms:modified xsi:type="dcterms:W3CDTF">2026-10-23T02:04:33Z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0x010100101FA50966AC644E8FE784B82D55FC84</vt:lpwstr>
  </property>
</Properties>
</file>